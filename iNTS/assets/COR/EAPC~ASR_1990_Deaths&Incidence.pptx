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72341" y="1198851"/>
              <a:ext cx="1730725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72341" y="5347363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72341" y="4298165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72341" y="3248968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72341" y="2199770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0265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210801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1895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372341" y="5871962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72341" y="4822764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72341" y="3773567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72341" y="2724369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72341" y="1675171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4857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956725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464877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973028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432666" y="2702777"/>
              <a:ext cx="37607" cy="37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439291" y="2730866"/>
              <a:ext cx="36439" cy="364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630085" y="2875773"/>
              <a:ext cx="60897" cy="608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433179" y="2684474"/>
              <a:ext cx="36297" cy="362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436610" y="2752031"/>
              <a:ext cx="49911" cy="499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431731" y="2601759"/>
              <a:ext cx="41615" cy="416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433087" y="2931470"/>
              <a:ext cx="37752" cy="377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432151" y="2678316"/>
              <a:ext cx="39664" cy="396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432685" y="2833306"/>
              <a:ext cx="38482" cy="384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432510" y="2708748"/>
              <a:ext cx="38444" cy="384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441306" y="2580673"/>
              <a:ext cx="37292" cy="37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435002" y="2722416"/>
              <a:ext cx="36615" cy="366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432052" y="2705198"/>
              <a:ext cx="38663" cy="386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433129" y="2857420"/>
              <a:ext cx="39094" cy="390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437893" y="2764572"/>
              <a:ext cx="36713" cy="367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1700461" y="2448935"/>
              <a:ext cx="57461" cy="574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433196" y="2685202"/>
              <a:ext cx="36291" cy="362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460867" y="3208092"/>
              <a:ext cx="38493" cy="384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431348" y="2630970"/>
              <a:ext cx="39440" cy="394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432564" y="2702982"/>
              <a:ext cx="37815" cy="378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604260" y="3269832"/>
              <a:ext cx="43596" cy="435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433107" y="2706400"/>
              <a:ext cx="36515" cy="365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432542" y="2883171"/>
              <a:ext cx="38543" cy="385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918891" y="2697628"/>
              <a:ext cx="76028" cy="760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531492" y="3922743"/>
              <a:ext cx="49161" cy="491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1601925" y="3358175"/>
              <a:ext cx="40357" cy="403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463462" y="3065199"/>
              <a:ext cx="46701" cy="467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1737828" y="2858530"/>
              <a:ext cx="69078" cy="690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431394" y="2784461"/>
              <a:ext cx="40320" cy="403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1786462" y="2914117"/>
              <a:ext cx="52737" cy="527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781838" y="2990339"/>
              <a:ext cx="63339" cy="633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1435804" y="2668933"/>
              <a:ext cx="41007" cy="410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1431916" y="2829674"/>
              <a:ext cx="41922" cy="419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435616" y="2789804"/>
              <a:ext cx="36666" cy="366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1433522" y="2696684"/>
              <a:ext cx="36332" cy="363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685798" y="3118822"/>
              <a:ext cx="48972" cy="489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438581" y="2705937"/>
              <a:ext cx="36297" cy="362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1432423" y="2663109"/>
              <a:ext cx="37467" cy="374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1912056" y="2537997"/>
              <a:ext cx="80315" cy="803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1433055" y="2888570"/>
              <a:ext cx="38041" cy="380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434535" y="2651809"/>
              <a:ext cx="39844" cy="398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433146" y="2695188"/>
              <a:ext cx="36823" cy="368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1433636" y="2872111"/>
              <a:ext cx="39374" cy="393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330195" y="3454174"/>
              <a:ext cx="137292" cy="137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432323" y="2589756"/>
              <a:ext cx="40453" cy="404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1608096" y="3437593"/>
              <a:ext cx="38646" cy="386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459416" y="3076451"/>
              <a:ext cx="48058" cy="480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472260" y="3096398"/>
              <a:ext cx="39167" cy="39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1438483" y="3232858"/>
              <a:ext cx="39548" cy="395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454056" y="3143509"/>
              <a:ext cx="37722" cy="377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432475" y="2698112"/>
              <a:ext cx="38419" cy="384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433625" y="2697617"/>
              <a:ext cx="37776" cy="377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1435147" y="2712206"/>
              <a:ext cx="40213" cy="402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1432415" y="2704629"/>
              <a:ext cx="38019" cy="380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136374" y="3757198"/>
              <a:ext cx="45364" cy="453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1433047" y="2773184"/>
              <a:ext cx="37140" cy="371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1628270" y="3065289"/>
              <a:ext cx="42438" cy="424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1431197" y="2691540"/>
              <a:ext cx="43614" cy="436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1468191" y="2829355"/>
              <a:ext cx="52011" cy="520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1429749" y="2763427"/>
              <a:ext cx="43115" cy="431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022676" y="2846567"/>
              <a:ext cx="171607" cy="171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464270" y="3168712"/>
              <a:ext cx="45468" cy="454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1443190" y="2840308"/>
              <a:ext cx="36708" cy="367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1429489" y="2845255"/>
              <a:ext cx="51719" cy="517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1439965" y="2837625"/>
              <a:ext cx="37501" cy="375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1432146" y="2667832"/>
              <a:ext cx="37753" cy="377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430856" y="2964300"/>
              <a:ext cx="43518" cy="435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1701765" y="4001350"/>
              <a:ext cx="44504" cy="445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2042335" y="3493404"/>
              <a:ext cx="50035" cy="500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435412" y="2757952"/>
              <a:ext cx="38869" cy="388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587793" y="2729278"/>
              <a:ext cx="64067" cy="640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1434092" y="2935180"/>
              <a:ext cx="36681" cy="366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433310" y="2713743"/>
              <a:ext cx="36292" cy="36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433172" y="2710450"/>
              <a:ext cx="36343" cy="36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1437887" y="2677143"/>
              <a:ext cx="36600" cy="366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431849" y="2659444"/>
              <a:ext cx="38322" cy="383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814460" y="2181820"/>
              <a:ext cx="63915" cy="639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789259" y="3303048"/>
              <a:ext cx="46912" cy="469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1435862" y="2628798"/>
              <a:ext cx="37158" cy="371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432537" y="2685207"/>
              <a:ext cx="38322" cy="383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440689" y="2673111"/>
              <a:ext cx="39620" cy="396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431823" y="2647005"/>
              <a:ext cx="38503" cy="385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432460" y="2704843"/>
              <a:ext cx="37929" cy="379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434103" y="2846215"/>
              <a:ext cx="39398" cy="393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433072" y="2697028"/>
              <a:ext cx="36500" cy="365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448239" y="2693372"/>
              <a:ext cx="40803" cy="408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1437905" y="2703670"/>
              <a:ext cx="36693" cy="366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1423690" y="2848891"/>
              <a:ext cx="134354" cy="1343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1443271" y="2762276"/>
              <a:ext cx="75144" cy="751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1442740" y="2735954"/>
              <a:ext cx="45374" cy="453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1432981" y="2846423"/>
              <a:ext cx="37727" cy="377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1473294" y="2597667"/>
              <a:ext cx="47518" cy="475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1437836" y="2659729"/>
              <a:ext cx="51463" cy="514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1610480" y="2988543"/>
              <a:ext cx="46975" cy="469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1450903" y="2484097"/>
              <a:ext cx="70694" cy="706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431788" y="2545664"/>
              <a:ext cx="43729" cy="437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433984" y="2565739"/>
              <a:ext cx="37652" cy="376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429392" y="2596878"/>
              <a:ext cx="45753" cy="457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1434265" y="2502308"/>
              <a:ext cx="40980" cy="409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2202634" y="3224497"/>
              <a:ext cx="108566" cy="1085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444484" y="2660189"/>
              <a:ext cx="36630" cy="366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430649" y="2703547"/>
              <a:ext cx="41430" cy="414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1436409" y="2783196"/>
              <a:ext cx="38954" cy="389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1476389" y="3018280"/>
              <a:ext cx="43726" cy="437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432686" y="2688016"/>
              <a:ext cx="37383" cy="373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1443313" y="2602241"/>
              <a:ext cx="39382" cy="393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1647710" y="2905453"/>
              <a:ext cx="45200" cy="452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1734416" y="2745266"/>
              <a:ext cx="51735" cy="517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1432588" y="2666549"/>
              <a:ext cx="37621" cy="376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1434196" y="2970856"/>
              <a:ext cx="40516" cy="405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2973180" y="4094727"/>
              <a:ext cx="102435" cy="1024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441713" y="2807513"/>
              <a:ext cx="44452" cy="444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1484171" y="3031820"/>
              <a:ext cx="37984" cy="379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2009186" y="2445364"/>
              <a:ext cx="77570" cy="775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1433035" y="2703942"/>
              <a:ext cx="36580" cy="365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1445307" y="2887596"/>
              <a:ext cx="36542" cy="365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1441359" y="2764446"/>
              <a:ext cx="37829" cy="378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1432466" y="2650111"/>
              <a:ext cx="37785" cy="377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1433027" y="2693754"/>
              <a:ext cx="37399" cy="373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1433100" y="2703423"/>
              <a:ext cx="36742" cy="367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449728" y="2930477"/>
              <a:ext cx="49167" cy="49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1969438" y="3894841"/>
              <a:ext cx="81667" cy="816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681997" y="3297879"/>
              <a:ext cx="45417" cy="4541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440662" y="2787490"/>
              <a:ext cx="36267" cy="362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432871" y="2916560"/>
              <a:ext cx="39816" cy="398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435013" y="2618092"/>
              <a:ext cx="38112" cy="381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1432543" y="2703590"/>
              <a:ext cx="37762" cy="377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1801759" y="2212968"/>
              <a:ext cx="68840" cy="688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439669" y="2769059"/>
              <a:ext cx="36173" cy="361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1432847" y="2703331"/>
              <a:ext cx="37247" cy="372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437898" y="2596193"/>
              <a:ext cx="36379" cy="363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436176" y="2637121"/>
              <a:ext cx="38554" cy="385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1439080" y="2713894"/>
              <a:ext cx="36277" cy="362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1454957" y="2932444"/>
              <a:ext cx="40019" cy="400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1433555" y="2676369"/>
              <a:ext cx="37565" cy="375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1435128" y="2725633"/>
              <a:ext cx="38653" cy="386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1456054" y="2612292"/>
              <a:ext cx="73808" cy="738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1417447" y="2712590"/>
              <a:ext cx="71362" cy="713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1438009" y="2621097"/>
              <a:ext cx="45186" cy="451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1434207" y="2717126"/>
              <a:ext cx="42171" cy="421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1460180" y="2905026"/>
              <a:ext cx="63092" cy="630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1435573" y="2721247"/>
              <a:ext cx="39455" cy="394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1432988" y="2701978"/>
              <a:ext cx="43134" cy="431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1432136" y="2743218"/>
              <a:ext cx="38628" cy="386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1433399" y="2693463"/>
              <a:ext cx="36287" cy="362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1433425" y="2693289"/>
              <a:ext cx="36237" cy="362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437305" y="2641708"/>
              <a:ext cx="38661" cy="386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1431184" y="2681294"/>
              <a:ext cx="39709" cy="397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1430100" y="2874890"/>
              <a:ext cx="51111" cy="511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1465722" y="3513862"/>
              <a:ext cx="45038" cy="450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1433150" y="2692035"/>
              <a:ext cx="36264" cy="362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1433537" y="2667647"/>
              <a:ext cx="36424" cy="364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1435281" y="2753394"/>
              <a:ext cx="36462" cy="364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1433433" y="2693371"/>
              <a:ext cx="36224" cy="362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1445698" y="2922154"/>
              <a:ext cx="45291" cy="452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1806935" y="3562504"/>
              <a:ext cx="67112" cy="671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1432174" y="2702673"/>
              <a:ext cx="38594" cy="385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1448352" y="2720180"/>
              <a:ext cx="36669" cy="366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1873026" y="2686229"/>
              <a:ext cx="60539" cy="605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1433497" y="2876669"/>
              <a:ext cx="37582" cy="375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1432493" y="2702924"/>
              <a:ext cx="37957" cy="379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1432586" y="2670262"/>
              <a:ext cx="37178" cy="371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1449676" y="2968349"/>
              <a:ext cx="59695" cy="596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1444448" y="2802524"/>
              <a:ext cx="37279" cy="372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1559779" y="3197012"/>
              <a:ext cx="74056" cy="740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1471589" y="3126577"/>
              <a:ext cx="44548" cy="445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1431574" y="2882162"/>
              <a:ext cx="41639" cy="416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1458618" y="3151896"/>
              <a:ext cx="41506" cy="415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1439410" y="2863330"/>
              <a:ext cx="39632" cy="396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1439173" y="2559473"/>
              <a:ext cx="38120" cy="381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1442183" y="2652291"/>
              <a:ext cx="40068" cy="400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1440555" y="2581878"/>
              <a:ext cx="37150" cy="371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1453814" y="2564240"/>
              <a:ext cx="48945" cy="489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1456117" y="3170708"/>
              <a:ext cx="39941" cy="399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1433356" y="2695309"/>
              <a:ext cx="36633" cy="366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1433392" y="2569783"/>
              <a:ext cx="38940" cy="389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1432233" y="2750334"/>
              <a:ext cx="38183" cy="381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1440252" y="2633569"/>
              <a:ext cx="42973" cy="429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1512603" y="2997464"/>
              <a:ext cx="56685" cy="566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1432649" y="2709221"/>
              <a:ext cx="38158" cy="381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1463157" y="2994870"/>
              <a:ext cx="60375" cy="603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1882893" y="2197649"/>
              <a:ext cx="59318" cy="593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1442448" y="2891887"/>
              <a:ext cx="36170" cy="361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1441867" y="2808783"/>
              <a:ext cx="36660" cy="366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434417" y="2526983"/>
              <a:ext cx="37226" cy="372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442640" y="2637478"/>
              <a:ext cx="41765" cy="417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440197" y="2747987"/>
              <a:ext cx="52117" cy="5211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432830" y="2709873"/>
              <a:ext cx="37797" cy="377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1443594" y="2866418"/>
              <a:ext cx="36279" cy="362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572025" y="4468532"/>
              <a:ext cx="64203" cy="642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1431614" y="2701755"/>
              <a:ext cx="43516" cy="435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1450180" y="3126874"/>
              <a:ext cx="37711" cy="377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469839" y="2998763"/>
              <a:ext cx="58965" cy="589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1441219" y="2650865"/>
              <a:ext cx="38428" cy="384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1433679" y="1873196"/>
              <a:ext cx="46464" cy="464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1439163" y="3021882"/>
              <a:ext cx="54878" cy="548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1427623" y="2684951"/>
              <a:ext cx="55651" cy="556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1433564" y="2696610"/>
              <a:ext cx="36380" cy="363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1515747" y="3659193"/>
              <a:ext cx="62654" cy="626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1431447" y="2788121"/>
              <a:ext cx="39902" cy="399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1447462" y="2703543"/>
              <a:ext cx="36959" cy="369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1462975" y="2923819"/>
              <a:ext cx="48559" cy="485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1465355" y="3419393"/>
              <a:ext cx="45452" cy="454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1585869" y="2600006"/>
              <a:ext cx="56442" cy="564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1451011" y="2742702"/>
              <a:ext cx="1573387" cy="1997923"/>
            </a:xfrm>
            <a:custGeom>
              <a:avLst/>
              <a:pathLst>
                <a:path w="1573387" h="1997923">
                  <a:moveTo>
                    <a:pt x="0" y="0"/>
                  </a:moveTo>
                  <a:lnTo>
                    <a:pt x="19916" y="29892"/>
                  </a:lnTo>
                  <a:lnTo>
                    <a:pt x="39832" y="54645"/>
                  </a:lnTo>
                  <a:lnTo>
                    <a:pt x="59748" y="74873"/>
                  </a:lnTo>
                  <a:lnTo>
                    <a:pt x="79665" y="91658"/>
                  </a:lnTo>
                  <a:lnTo>
                    <a:pt x="99581" y="106156"/>
                  </a:lnTo>
                  <a:lnTo>
                    <a:pt x="119497" y="119167"/>
                  </a:lnTo>
                  <a:lnTo>
                    <a:pt x="139414" y="131219"/>
                  </a:lnTo>
                  <a:lnTo>
                    <a:pt x="159330" y="142669"/>
                  </a:lnTo>
                  <a:lnTo>
                    <a:pt x="179246" y="153777"/>
                  </a:lnTo>
                  <a:lnTo>
                    <a:pt x="199162" y="164743"/>
                  </a:lnTo>
                  <a:lnTo>
                    <a:pt x="219079" y="175746"/>
                  </a:lnTo>
                  <a:lnTo>
                    <a:pt x="238995" y="186950"/>
                  </a:lnTo>
                  <a:lnTo>
                    <a:pt x="258911" y="198382"/>
                  </a:lnTo>
                  <a:lnTo>
                    <a:pt x="278828" y="210039"/>
                  </a:lnTo>
                  <a:lnTo>
                    <a:pt x="298744" y="221916"/>
                  </a:lnTo>
                  <a:lnTo>
                    <a:pt x="318660" y="234000"/>
                  </a:lnTo>
                  <a:lnTo>
                    <a:pt x="338576" y="246276"/>
                  </a:lnTo>
                  <a:lnTo>
                    <a:pt x="358493" y="258727"/>
                  </a:lnTo>
                  <a:lnTo>
                    <a:pt x="378409" y="271333"/>
                  </a:lnTo>
                  <a:lnTo>
                    <a:pt x="398325" y="284073"/>
                  </a:lnTo>
                  <a:lnTo>
                    <a:pt x="418242" y="296924"/>
                  </a:lnTo>
                  <a:lnTo>
                    <a:pt x="438158" y="309862"/>
                  </a:lnTo>
                  <a:lnTo>
                    <a:pt x="458074" y="322863"/>
                  </a:lnTo>
                  <a:lnTo>
                    <a:pt x="477991" y="335900"/>
                  </a:lnTo>
                  <a:lnTo>
                    <a:pt x="497907" y="348950"/>
                  </a:lnTo>
                  <a:lnTo>
                    <a:pt x="517823" y="361986"/>
                  </a:lnTo>
                  <a:lnTo>
                    <a:pt x="537739" y="374983"/>
                  </a:lnTo>
                  <a:lnTo>
                    <a:pt x="557656" y="387917"/>
                  </a:lnTo>
                  <a:lnTo>
                    <a:pt x="577572" y="400764"/>
                  </a:lnTo>
                  <a:lnTo>
                    <a:pt x="597488" y="413503"/>
                  </a:lnTo>
                  <a:lnTo>
                    <a:pt x="617405" y="426114"/>
                  </a:lnTo>
                  <a:lnTo>
                    <a:pt x="637321" y="438580"/>
                  </a:lnTo>
                  <a:lnTo>
                    <a:pt x="657237" y="450884"/>
                  </a:lnTo>
                  <a:lnTo>
                    <a:pt x="677153" y="463017"/>
                  </a:lnTo>
                  <a:lnTo>
                    <a:pt x="697070" y="474967"/>
                  </a:lnTo>
                  <a:lnTo>
                    <a:pt x="716986" y="486731"/>
                  </a:lnTo>
                  <a:lnTo>
                    <a:pt x="736902" y="498306"/>
                  </a:lnTo>
                  <a:lnTo>
                    <a:pt x="756819" y="509691"/>
                  </a:lnTo>
                  <a:lnTo>
                    <a:pt x="776735" y="520892"/>
                  </a:lnTo>
                  <a:lnTo>
                    <a:pt x="796651" y="531915"/>
                  </a:lnTo>
                  <a:lnTo>
                    <a:pt x="816567" y="542767"/>
                  </a:lnTo>
                  <a:lnTo>
                    <a:pt x="836484" y="553461"/>
                  </a:lnTo>
                  <a:lnTo>
                    <a:pt x="856400" y="564007"/>
                  </a:lnTo>
                  <a:lnTo>
                    <a:pt x="876316" y="574419"/>
                  </a:lnTo>
                  <a:lnTo>
                    <a:pt x="896233" y="584712"/>
                  </a:lnTo>
                  <a:lnTo>
                    <a:pt x="916149" y="594898"/>
                  </a:lnTo>
                  <a:lnTo>
                    <a:pt x="936065" y="604992"/>
                  </a:lnTo>
                  <a:lnTo>
                    <a:pt x="955982" y="615007"/>
                  </a:lnTo>
                  <a:lnTo>
                    <a:pt x="975898" y="624956"/>
                  </a:lnTo>
                  <a:lnTo>
                    <a:pt x="995814" y="634848"/>
                  </a:lnTo>
                  <a:lnTo>
                    <a:pt x="1015730" y="644694"/>
                  </a:lnTo>
                  <a:lnTo>
                    <a:pt x="1035647" y="654502"/>
                  </a:lnTo>
                  <a:lnTo>
                    <a:pt x="1055563" y="664277"/>
                  </a:lnTo>
                  <a:lnTo>
                    <a:pt x="1075479" y="674024"/>
                  </a:lnTo>
                  <a:lnTo>
                    <a:pt x="1095396" y="683744"/>
                  </a:lnTo>
                  <a:lnTo>
                    <a:pt x="1115312" y="693437"/>
                  </a:lnTo>
                  <a:lnTo>
                    <a:pt x="1135228" y="703100"/>
                  </a:lnTo>
                  <a:lnTo>
                    <a:pt x="1155144" y="712729"/>
                  </a:lnTo>
                  <a:lnTo>
                    <a:pt x="1175061" y="722315"/>
                  </a:lnTo>
                  <a:lnTo>
                    <a:pt x="1194977" y="731848"/>
                  </a:lnTo>
                  <a:lnTo>
                    <a:pt x="1214893" y="741318"/>
                  </a:lnTo>
                  <a:lnTo>
                    <a:pt x="1234810" y="750709"/>
                  </a:lnTo>
                  <a:lnTo>
                    <a:pt x="1254726" y="760005"/>
                  </a:lnTo>
                  <a:lnTo>
                    <a:pt x="1274642" y="769188"/>
                  </a:lnTo>
                  <a:lnTo>
                    <a:pt x="1294558" y="778237"/>
                  </a:lnTo>
                  <a:lnTo>
                    <a:pt x="1314475" y="787131"/>
                  </a:lnTo>
                  <a:lnTo>
                    <a:pt x="1334391" y="795845"/>
                  </a:lnTo>
                  <a:lnTo>
                    <a:pt x="1354307" y="804356"/>
                  </a:lnTo>
                  <a:lnTo>
                    <a:pt x="1374224" y="812636"/>
                  </a:lnTo>
                  <a:lnTo>
                    <a:pt x="1394140" y="820659"/>
                  </a:lnTo>
                  <a:lnTo>
                    <a:pt x="1414056" y="828398"/>
                  </a:lnTo>
                  <a:lnTo>
                    <a:pt x="1433973" y="835823"/>
                  </a:lnTo>
                  <a:lnTo>
                    <a:pt x="1453889" y="842906"/>
                  </a:lnTo>
                  <a:lnTo>
                    <a:pt x="1473805" y="849618"/>
                  </a:lnTo>
                  <a:lnTo>
                    <a:pt x="1493721" y="855929"/>
                  </a:lnTo>
                  <a:lnTo>
                    <a:pt x="1513638" y="861812"/>
                  </a:lnTo>
                  <a:lnTo>
                    <a:pt x="1533554" y="867238"/>
                  </a:lnTo>
                  <a:lnTo>
                    <a:pt x="1553470" y="872177"/>
                  </a:lnTo>
                  <a:lnTo>
                    <a:pt x="1573387" y="876603"/>
                  </a:lnTo>
                  <a:lnTo>
                    <a:pt x="1573387" y="1997923"/>
                  </a:lnTo>
                  <a:lnTo>
                    <a:pt x="1553470" y="1950378"/>
                  </a:lnTo>
                  <a:lnTo>
                    <a:pt x="1533554" y="1904327"/>
                  </a:lnTo>
                  <a:lnTo>
                    <a:pt x="1513638" y="1859721"/>
                  </a:lnTo>
                  <a:lnTo>
                    <a:pt x="1493721" y="1816510"/>
                  </a:lnTo>
                  <a:lnTo>
                    <a:pt x="1473805" y="1774646"/>
                  </a:lnTo>
                  <a:lnTo>
                    <a:pt x="1453889" y="1734080"/>
                  </a:lnTo>
                  <a:lnTo>
                    <a:pt x="1433973" y="1694761"/>
                  </a:lnTo>
                  <a:lnTo>
                    <a:pt x="1414056" y="1656640"/>
                  </a:lnTo>
                  <a:lnTo>
                    <a:pt x="1394140" y="1619668"/>
                  </a:lnTo>
                  <a:lnTo>
                    <a:pt x="1374224" y="1583796"/>
                  </a:lnTo>
                  <a:lnTo>
                    <a:pt x="1354307" y="1548975"/>
                  </a:lnTo>
                  <a:lnTo>
                    <a:pt x="1334391" y="1515158"/>
                  </a:lnTo>
                  <a:lnTo>
                    <a:pt x="1314475" y="1482297"/>
                  </a:lnTo>
                  <a:lnTo>
                    <a:pt x="1294558" y="1450348"/>
                  </a:lnTo>
                  <a:lnTo>
                    <a:pt x="1274642" y="1419267"/>
                  </a:lnTo>
                  <a:lnTo>
                    <a:pt x="1254726" y="1389010"/>
                  </a:lnTo>
                  <a:lnTo>
                    <a:pt x="1234810" y="1359537"/>
                  </a:lnTo>
                  <a:lnTo>
                    <a:pt x="1214893" y="1330809"/>
                  </a:lnTo>
                  <a:lnTo>
                    <a:pt x="1194977" y="1302788"/>
                  </a:lnTo>
                  <a:lnTo>
                    <a:pt x="1175061" y="1275441"/>
                  </a:lnTo>
                  <a:lnTo>
                    <a:pt x="1155144" y="1248733"/>
                  </a:lnTo>
                  <a:lnTo>
                    <a:pt x="1135228" y="1222636"/>
                  </a:lnTo>
                  <a:lnTo>
                    <a:pt x="1115312" y="1197120"/>
                  </a:lnTo>
                  <a:lnTo>
                    <a:pt x="1095396" y="1172161"/>
                  </a:lnTo>
                  <a:lnTo>
                    <a:pt x="1075479" y="1147734"/>
                  </a:lnTo>
                  <a:lnTo>
                    <a:pt x="1055563" y="1123819"/>
                  </a:lnTo>
                  <a:lnTo>
                    <a:pt x="1035647" y="1100396"/>
                  </a:lnTo>
                  <a:lnTo>
                    <a:pt x="1015730" y="1077450"/>
                  </a:lnTo>
                  <a:lnTo>
                    <a:pt x="995814" y="1054966"/>
                  </a:lnTo>
                  <a:lnTo>
                    <a:pt x="975898" y="1032930"/>
                  </a:lnTo>
                  <a:lnTo>
                    <a:pt x="955982" y="1011332"/>
                  </a:lnTo>
                  <a:lnTo>
                    <a:pt x="936065" y="990162"/>
                  </a:lnTo>
                  <a:lnTo>
                    <a:pt x="916149" y="969412"/>
                  </a:lnTo>
                  <a:lnTo>
                    <a:pt x="896233" y="949075"/>
                  </a:lnTo>
                  <a:lnTo>
                    <a:pt x="876316" y="929143"/>
                  </a:lnTo>
                  <a:lnTo>
                    <a:pt x="856400" y="909610"/>
                  </a:lnTo>
                  <a:lnTo>
                    <a:pt x="836484" y="890469"/>
                  </a:lnTo>
                  <a:lnTo>
                    <a:pt x="816567" y="871713"/>
                  </a:lnTo>
                  <a:lnTo>
                    <a:pt x="796651" y="853333"/>
                  </a:lnTo>
                  <a:lnTo>
                    <a:pt x="776735" y="835319"/>
                  </a:lnTo>
                  <a:lnTo>
                    <a:pt x="756819" y="817660"/>
                  </a:lnTo>
                  <a:lnTo>
                    <a:pt x="736902" y="800341"/>
                  </a:lnTo>
                  <a:lnTo>
                    <a:pt x="716986" y="783345"/>
                  </a:lnTo>
                  <a:lnTo>
                    <a:pt x="697070" y="766652"/>
                  </a:lnTo>
                  <a:lnTo>
                    <a:pt x="677153" y="750240"/>
                  </a:lnTo>
                  <a:lnTo>
                    <a:pt x="657237" y="734082"/>
                  </a:lnTo>
                  <a:lnTo>
                    <a:pt x="637321" y="718149"/>
                  </a:lnTo>
                  <a:lnTo>
                    <a:pt x="617405" y="702408"/>
                  </a:lnTo>
                  <a:lnTo>
                    <a:pt x="597488" y="686824"/>
                  </a:lnTo>
                  <a:lnTo>
                    <a:pt x="577572" y="671358"/>
                  </a:lnTo>
                  <a:lnTo>
                    <a:pt x="557656" y="655970"/>
                  </a:lnTo>
                  <a:lnTo>
                    <a:pt x="537739" y="640618"/>
                  </a:lnTo>
                  <a:lnTo>
                    <a:pt x="517823" y="625257"/>
                  </a:lnTo>
                  <a:lnTo>
                    <a:pt x="497907" y="609843"/>
                  </a:lnTo>
                  <a:lnTo>
                    <a:pt x="477991" y="594330"/>
                  </a:lnTo>
                  <a:lnTo>
                    <a:pt x="458074" y="578672"/>
                  </a:lnTo>
                  <a:lnTo>
                    <a:pt x="438158" y="562823"/>
                  </a:lnTo>
                  <a:lnTo>
                    <a:pt x="418242" y="546737"/>
                  </a:lnTo>
                  <a:lnTo>
                    <a:pt x="398325" y="530369"/>
                  </a:lnTo>
                  <a:lnTo>
                    <a:pt x="378409" y="513673"/>
                  </a:lnTo>
                  <a:lnTo>
                    <a:pt x="358493" y="496608"/>
                  </a:lnTo>
                  <a:lnTo>
                    <a:pt x="338576" y="479130"/>
                  </a:lnTo>
                  <a:lnTo>
                    <a:pt x="318660" y="461201"/>
                  </a:lnTo>
                  <a:lnTo>
                    <a:pt x="298744" y="442780"/>
                  </a:lnTo>
                  <a:lnTo>
                    <a:pt x="278828" y="423834"/>
                  </a:lnTo>
                  <a:lnTo>
                    <a:pt x="258911" y="404329"/>
                  </a:lnTo>
                  <a:lnTo>
                    <a:pt x="238995" y="384238"/>
                  </a:lnTo>
                  <a:lnTo>
                    <a:pt x="219079" y="363539"/>
                  </a:lnTo>
                  <a:lnTo>
                    <a:pt x="199162" y="342177"/>
                  </a:lnTo>
                  <a:lnTo>
                    <a:pt x="179246" y="319876"/>
                  </a:lnTo>
                  <a:lnTo>
                    <a:pt x="159330" y="296521"/>
                  </a:lnTo>
                  <a:lnTo>
                    <a:pt x="139414" y="272061"/>
                  </a:lnTo>
                  <a:lnTo>
                    <a:pt x="119497" y="246504"/>
                  </a:lnTo>
                  <a:lnTo>
                    <a:pt x="99581" y="219956"/>
                  </a:lnTo>
                  <a:lnTo>
                    <a:pt x="79665" y="192694"/>
                  </a:lnTo>
                  <a:lnTo>
                    <a:pt x="59748" y="165267"/>
                  </a:lnTo>
                  <a:lnTo>
                    <a:pt x="39832" y="138579"/>
                  </a:lnTo>
                  <a:lnTo>
                    <a:pt x="19916" y="113902"/>
                  </a:lnTo>
                  <a:lnTo>
                    <a:pt x="0" y="9194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1451011" y="2742702"/>
              <a:ext cx="1573387" cy="876603"/>
            </a:xfrm>
            <a:custGeom>
              <a:avLst/>
              <a:pathLst>
                <a:path w="1573387" h="876603">
                  <a:moveTo>
                    <a:pt x="0" y="0"/>
                  </a:moveTo>
                  <a:lnTo>
                    <a:pt x="19916" y="29892"/>
                  </a:lnTo>
                  <a:lnTo>
                    <a:pt x="39832" y="54645"/>
                  </a:lnTo>
                  <a:lnTo>
                    <a:pt x="59748" y="74873"/>
                  </a:lnTo>
                  <a:lnTo>
                    <a:pt x="79665" y="91658"/>
                  </a:lnTo>
                  <a:lnTo>
                    <a:pt x="99581" y="106156"/>
                  </a:lnTo>
                  <a:lnTo>
                    <a:pt x="119497" y="119167"/>
                  </a:lnTo>
                  <a:lnTo>
                    <a:pt x="139414" y="131219"/>
                  </a:lnTo>
                  <a:lnTo>
                    <a:pt x="159330" y="142669"/>
                  </a:lnTo>
                  <a:lnTo>
                    <a:pt x="179246" y="153777"/>
                  </a:lnTo>
                  <a:lnTo>
                    <a:pt x="199162" y="164743"/>
                  </a:lnTo>
                  <a:lnTo>
                    <a:pt x="219079" y="175746"/>
                  </a:lnTo>
                  <a:lnTo>
                    <a:pt x="238995" y="186950"/>
                  </a:lnTo>
                  <a:lnTo>
                    <a:pt x="258911" y="198382"/>
                  </a:lnTo>
                  <a:lnTo>
                    <a:pt x="278828" y="210039"/>
                  </a:lnTo>
                  <a:lnTo>
                    <a:pt x="298744" y="221916"/>
                  </a:lnTo>
                  <a:lnTo>
                    <a:pt x="318660" y="234000"/>
                  </a:lnTo>
                  <a:lnTo>
                    <a:pt x="338576" y="246276"/>
                  </a:lnTo>
                  <a:lnTo>
                    <a:pt x="358493" y="258727"/>
                  </a:lnTo>
                  <a:lnTo>
                    <a:pt x="378409" y="271333"/>
                  </a:lnTo>
                  <a:lnTo>
                    <a:pt x="398325" y="284073"/>
                  </a:lnTo>
                  <a:lnTo>
                    <a:pt x="418242" y="296924"/>
                  </a:lnTo>
                  <a:lnTo>
                    <a:pt x="438158" y="309862"/>
                  </a:lnTo>
                  <a:lnTo>
                    <a:pt x="458074" y="322863"/>
                  </a:lnTo>
                  <a:lnTo>
                    <a:pt x="477991" y="335900"/>
                  </a:lnTo>
                  <a:lnTo>
                    <a:pt x="497907" y="348950"/>
                  </a:lnTo>
                  <a:lnTo>
                    <a:pt x="517823" y="361986"/>
                  </a:lnTo>
                  <a:lnTo>
                    <a:pt x="537739" y="374983"/>
                  </a:lnTo>
                  <a:lnTo>
                    <a:pt x="557656" y="387917"/>
                  </a:lnTo>
                  <a:lnTo>
                    <a:pt x="577572" y="400764"/>
                  </a:lnTo>
                  <a:lnTo>
                    <a:pt x="597488" y="413503"/>
                  </a:lnTo>
                  <a:lnTo>
                    <a:pt x="617405" y="426114"/>
                  </a:lnTo>
                  <a:lnTo>
                    <a:pt x="637321" y="438580"/>
                  </a:lnTo>
                  <a:lnTo>
                    <a:pt x="657237" y="450884"/>
                  </a:lnTo>
                  <a:lnTo>
                    <a:pt x="677153" y="463017"/>
                  </a:lnTo>
                  <a:lnTo>
                    <a:pt x="697070" y="474967"/>
                  </a:lnTo>
                  <a:lnTo>
                    <a:pt x="716986" y="486731"/>
                  </a:lnTo>
                  <a:lnTo>
                    <a:pt x="736902" y="498306"/>
                  </a:lnTo>
                  <a:lnTo>
                    <a:pt x="756819" y="509691"/>
                  </a:lnTo>
                  <a:lnTo>
                    <a:pt x="776735" y="520892"/>
                  </a:lnTo>
                  <a:lnTo>
                    <a:pt x="796651" y="531915"/>
                  </a:lnTo>
                  <a:lnTo>
                    <a:pt x="816567" y="542767"/>
                  </a:lnTo>
                  <a:lnTo>
                    <a:pt x="836484" y="553461"/>
                  </a:lnTo>
                  <a:lnTo>
                    <a:pt x="856400" y="564007"/>
                  </a:lnTo>
                  <a:lnTo>
                    <a:pt x="876316" y="574419"/>
                  </a:lnTo>
                  <a:lnTo>
                    <a:pt x="896233" y="584712"/>
                  </a:lnTo>
                  <a:lnTo>
                    <a:pt x="916149" y="594898"/>
                  </a:lnTo>
                  <a:lnTo>
                    <a:pt x="936065" y="604992"/>
                  </a:lnTo>
                  <a:lnTo>
                    <a:pt x="955982" y="615007"/>
                  </a:lnTo>
                  <a:lnTo>
                    <a:pt x="975898" y="624956"/>
                  </a:lnTo>
                  <a:lnTo>
                    <a:pt x="995814" y="634848"/>
                  </a:lnTo>
                  <a:lnTo>
                    <a:pt x="1015730" y="644694"/>
                  </a:lnTo>
                  <a:lnTo>
                    <a:pt x="1035647" y="654502"/>
                  </a:lnTo>
                  <a:lnTo>
                    <a:pt x="1055563" y="664277"/>
                  </a:lnTo>
                  <a:lnTo>
                    <a:pt x="1075479" y="674024"/>
                  </a:lnTo>
                  <a:lnTo>
                    <a:pt x="1095396" y="683744"/>
                  </a:lnTo>
                  <a:lnTo>
                    <a:pt x="1115312" y="693437"/>
                  </a:lnTo>
                  <a:lnTo>
                    <a:pt x="1135228" y="703100"/>
                  </a:lnTo>
                  <a:lnTo>
                    <a:pt x="1155144" y="712729"/>
                  </a:lnTo>
                  <a:lnTo>
                    <a:pt x="1175061" y="722315"/>
                  </a:lnTo>
                  <a:lnTo>
                    <a:pt x="1194977" y="731848"/>
                  </a:lnTo>
                  <a:lnTo>
                    <a:pt x="1214893" y="741318"/>
                  </a:lnTo>
                  <a:lnTo>
                    <a:pt x="1234810" y="750709"/>
                  </a:lnTo>
                  <a:lnTo>
                    <a:pt x="1254726" y="760005"/>
                  </a:lnTo>
                  <a:lnTo>
                    <a:pt x="1274642" y="769188"/>
                  </a:lnTo>
                  <a:lnTo>
                    <a:pt x="1294558" y="778237"/>
                  </a:lnTo>
                  <a:lnTo>
                    <a:pt x="1314475" y="787131"/>
                  </a:lnTo>
                  <a:lnTo>
                    <a:pt x="1334391" y="795845"/>
                  </a:lnTo>
                  <a:lnTo>
                    <a:pt x="1354307" y="804356"/>
                  </a:lnTo>
                  <a:lnTo>
                    <a:pt x="1374224" y="812636"/>
                  </a:lnTo>
                  <a:lnTo>
                    <a:pt x="1394140" y="820659"/>
                  </a:lnTo>
                  <a:lnTo>
                    <a:pt x="1414056" y="828398"/>
                  </a:lnTo>
                  <a:lnTo>
                    <a:pt x="1433973" y="835823"/>
                  </a:lnTo>
                  <a:lnTo>
                    <a:pt x="1453889" y="842906"/>
                  </a:lnTo>
                  <a:lnTo>
                    <a:pt x="1473805" y="849618"/>
                  </a:lnTo>
                  <a:lnTo>
                    <a:pt x="1493721" y="855929"/>
                  </a:lnTo>
                  <a:lnTo>
                    <a:pt x="1513638" y="861812"/>
                  </a:lnTo>
                  <a:lnTo>
                    <a:pt x="1533554" y="867238"/>
                  </a:lnTo>
                  <a:lnTo>
                    <a:pt x="1553470" y="872177"/>
                  </a:lnTo>
                  <a:lnTo>
                    <a:pt x="1573387" y="8766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1451011" y="2834649"/>
              <a:ext cx="1573387" cy="1905976"/>
            </a:xfrm>
            <a:custGeom>
              <a:avLst/>
              <a:pathLst>
                <a:path w="1573387" h="1905976">
                  <a:moveTo>
                    <a:pt x="1573387" y="1905976"/>
                  </a:moveTo>
                  <a:lnTo>
                    <a:pt x="1553470" y="1858432"/>
                  </a:lnTo>
                  <a:lnTo>
                    <a:pt x="1533554" y="1812380"/>
                  </a:lnTo>
                  <a:lnTo>
                    <a:pt x="1513638" y="1767774"/>
                  </a:lnTo>
                  <a:lnTo>
                    <a:pt x="1493721" y="1724563"/>
                  </a:lnTo>
                  <a:lnTo>
                    <a:pt x="1473805" y="1682699"/>
                  </a:lnTo>
                  <a:lnTo>
                    <a:pt x="1453889" y="1642133"/>
                  </a:lnTo>
                  <a:lnTo>
                    <a:pt x="1433973" y="1602814"/>
                  </a:lnTo>
                  <a:lnTo>
                    <a:pt x="1414056" y="1564693"/>
                  </a:lnTo>
                  <a:lnTo>
                    <a:pt x="1394140" y="1527721"/>
                  </a:lnTo>
                  <a:lnTo>
                    <a:pt x="1374224" y="1491849"/>
                  </a:lnTo>
                  <a:lnTo>
                    <a:pt x="1354307" y="1457028"/>
                  </a:lnTo>
                  <a:lnTo>
                    <a:pt x="1334391" y="1423211"/>
                  </a:lnTo>
                  <a:lnTo>
                    <a:pt x="1314475" y="1390350"/>
                  </a:lnTo>
                  <a:lnTo>
                    <a:pt x="1294558" y="1358402"/>
                  </a:lnTo>
                  <a:lnTo>
                    <a:pt x="1274642" y="1327320"/>
                  </a:lnTo>
                  <a:lnTo>
                    <a:pt x="1254726" y="1297063"/>
                  </a:lnTo>
                  <a:lnTo>
                    <a:pt x="1234810" y="1267590"/>
                  </a:lnTo>
                  <a:lnTo>
                    <a:pt x="1214893" y="1238862"/>
                  </a:lnTo>
                  <a:lnTo>
                    <a:pt x="1194977" y="1210841"/>
                  </a:lnTo>
                  <a:lnTo>
                    <a:pt x="1175061" y="1183494"/>
                  </a:lnTo>
                  <a:lnTo>
                    <a:pt x="1155144" y="1156787"/>
                  </a:lnTo>
                  <a:lnTo>
                    <a:pt x="1135228" y="1130689"/>
                  </a:lnTo>
                  <a:lnTo>
                    <a:pt x="1115312" y="1105174"/>
                  </a:lnTo>
                  <a:lnTo>
                    <a:pt x="1095396" y="1080214"/>
                  </a:lnTo>
                  <a:lnTo>
                    <a:pt x="1075479" y="1055787"/>
                  </a:lnTo>
                  <a:lnTo>
                    <a:pt x="1055563" y="1031872"/>
                  </a:lnTo>
                  <a:lnTo>
                    <a:pt x="1035647" y="1008450"/>
                  </a:lnTo>
                  <a:lnTo>
                    <a:pt x="1015730" y="985503"/>
                  </a:lnTo>
                  <a:lnTo>
                    <a:pt x="995814" y="963019"/>
                  </a:lnTo>
                  <a:lnTo>
                    <a:pt x="975898" y="940983"/>
                  </a:lnTo>
                  <a:lnTo>
                    <a:pt x="955982" y="919385"/>
                  </a:lnTo>
                  <a:lnTo>
                    <a:pt x="936065" y="898215"/>
                  </a:lnTo>
                  <a:lnTo>
                    <a:pt x="916149" y="877465"/>
                  </a:lnTo>
                  <a:lnTo>
                    <a:pt x="896233" y="857128"/>
                  </a:lnTo>
                  <a:lnTo>
                    <a:pt x="876316" y="837196"/>
                  </a:lnTo>
                  <a:lnTo>
                    <a:pt x="856400" y="817663"/>
                  </a:lnTo>
                  <a:lnTo>
                    <a:pt x="836484" y="798522"/>
                  </a:lnTo>
                  <a:lnTo>
                    <a:pt x="816567" y="779766"/>
                  </a:lnTo>
                  <a:lnTo>
                    <a:pt x="796651" y="761386"/>
                  </a:lnTo>
                  <a:lnTo>
                    <a:pt x="776735" y="743372"/>
                  </a:lnTo>
                  <a:lnTo>
                    <a:pt x="756819" y="725713"/>
                  </a:lnTo>
                  <a:lnTo>
                    <a:pt x="736902" y="708394"/>
                  </a:lnTo>
                  <a:lnTo>
                    <a:pt x="716986" y="691398"/>
                  </a:lnTo>
                  <a:lnTo>
                    <a:pt x="697070" y="674705"/>
                  </a:lnTo>
                  <a:lnTo>
                    <a:pt x="677153" y="658293"/>
                  </a:lnTo>
                  <a:lnTo>
                    <a:pt x="657237" y="642136"/>
                  </a:lnTo>
                  <a:lnTo>
                    <a:pt x="637321" y="626203"/>
                  </a:lnTo>
                  <a:lnTo>
                    <a:pt x="617405" y="610462"/>
                  </a:lnTo>
                  <a:lnTo>
                    <a:pt x="597488" y="594877"/>
                  </a:lnTo>
                  <a:lnTo>
                    <a:pt x="577572" y="579411"/>
                  </a:lnTo>
                  <a:lnTo>
                    <a:pt x="557656" y="564023"/>
                  </a:lnTo>
                  <a:lnTo>
                    <a:pt x="537739" y="548671"/>
                  </a:lnTo>
                  <a:lnTo>
                    <a:pt x="517823" y="533310"/>
                  </a:lnTo>
                  <a:lnTo>
                    <a:pt x="497907" y="517896"/>
                  </a:lnTo>
                  <a:lnTo>
                    <a:pt x="477991" y="502384"/>
                  </a:lnTo>
                  <a:lnTo>
                    <a:pt x="458074" y="486726"/>
                  </a:lnTo>
                  <a:lnTo>
                    <a:pt x="438158" y="470876"/>
                  </a:lnTo>
                  <a:lnTo>
                    <a:pt x="418242" y="454790"/>
                  </a:lnTo>
                  <a:lnTo>
                    <a:pt x="398325" y="438422"/>
                  </a:lnTo>
                  <a:lnTo>
                    <a:pt x="378409" y="421726"/>
                  </a:lnTo>
                  <a:lnTo>
                    <a:pt x="358493" y="404661"/>
                  </a:lnTo>
                  <a:lnTo>
                    <a:pt x="338576" y="387184"/>
                  </a:lnTo>
                  <a:lnTo>
                    <a:pt x="318660" y="369254"/>
                  </a:lnTo>
                  <a:lnTo>
                    <a:pt x="298744" y="350833"/>
                  </a:lnTo>
                  <a:lnTo>
                    <a:pt x="278828" y="331887"/>
                  </a:lnTo>
                  <a:lnTo>
                    <a:pt x="258911" y="312382"/>
                  </a:lnTo>
                  <a:lnTo>
                    <a:pt x="238995" y="292291"/>
                  </a:lnTo>
                  <a:lnTo>
                    <a:pt x="219079" y="271592"/>
                  </a:lnTo>
                  <a:lnTo>
                    <a:pt x="199162" y="250230"/>
                  </a:lnTo>
                  <a:lnTo>
                    <a:pt x="179246" y="227929"/>
                  </a:lnTo>
                  <a:lnTo>
                    <a:pt x="159330" y="204574"/>
                  </a:lnTo>
                  <a:lnTo>
                    <a:pt x="139414" y="180114"/>
                  </a:lnTo>
                  <a:lnTo>
                    <a:pt x="119497" y="154557"/>
                  </a:lnTo>
                  <a:lnTo>
                    <a:pt x="99581" y="128009"/>
                  </a:lnTo>
                  <a:lnTo>
                    <a:pt x="79665" y="100747"/>
                  </a:lnTo>
                  <a:lnTo>
                    <a:pt x="59748" y="73321"/>
                  </a:lnTo>
                  <a:lnTo>
                    <a:pt x="39832" y="46633"/>
                  </a:lnTo>
                  <a:lnTo>
                    <a:pt x="19916" y="219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1451011" y="2788676"/>
              <a:ext cx="1573387" cy="1391290"/>
            </a:xfrm>
            <a:custGeom>
              <a:avLst/>
              <a:pathLst>
                <a:path w="1573387" h="1391290">
                  <a:moveTo>
                    <a:pt x="0" y="0"/>
                  </a:moveTo>
                  <a:lnTo>
                    <a:pt x="19916" y="25924"/>
                  </a:lnTo>
                  <a:lnTo>
                    <a:pt x="39832" y="50639"/>
                  </a:lnTo>
                  <a:lnTo>
                    <a:pt x="59748" y="74097"/>
                  </a:lnTo>
                  <a:lnTo>
                    <a:pt x="79665" y="96203"/>
                  </a:lnTo>
                  <a:lnTo>
                    <a:pt x="99581" y="117082"/>
                  </a:lnTo>
                  <a:lnTo>
                    <a:pt x="119497" y="136862"/>
                  </a:lnTo>
                  <a:lnTo>
                    <a:pt x="139414" y="155666"/>
                  </a:lnTo>
                  <a:lnTo>
                    <a:pt x="159330" y="173622"/>
                  </a:lnTo>
                  <a:lnTo>
                    <a:pt x="179246" y="190853"/>
                  </a:lnTo>
                  <a:lnTo>
                    <a:pt x="199162" y="207487"/>
                  </a:lnTo>
                  <a:lnTo>
                    <a:pt x="219079" y="223669"/>
                  </a:lnTo>
                  <a:lnTo>
                    <a:pt x="238995" y="239620"/>
                  </a:lnTo>
                  <a:lnTo>
                    <a:pt x="258911" y="255382"/>
                  </a:lnTo>
                  <a:lnTo>
                    <a:pt x="278828" y="270963"/>
                  </a:lnTo>
                  <a:lnTo>
                    <a:pt x="298744" y="286375"/>
                  </a:lnTo>
                  <a:lnTo>
                    <a:pt x="318660" y="301627"/>
                  </a:lnTo>
                  <a:lnTo>
                    <a:pt x="338576" y="316730"/>
                  </a:lnTo>
                  <a:lnTo>
                    <a:pt x="358493" y="331694"/>
                  </a:lnTo>
                  <a:lnTo>
                    <a:pt x="378409" y="346530"/>
                  </a:lnTo>
                  <a:lnTo>
                    <a:pt x="398325" y="361247"/>
                  </a:lnTo>
                  <a:lnTo>
                    <a:pt x="418242" y="375857"/>
                  </a:lnTo>
                  <a:lnTo>
                    <a:pt x="438158" y="390369"/>
                  </a:lnTo>
                  <a:lnTo>
                    <a:pt x="458074" y="404794"/>
                  </a:lnTo>
                  <a:lnTo>
                    <a:pt x="477991" y="419142"/>
                  </a:lnTo>
                  <a:lnTo>
                    <a:pt x="497907" y="433423"/>
                  </a:lnTo>
                  <a:lnTo>
                    <a:pt x="517823" y="447648"/>
                  </a:lnTo>
                  <a:lnTo>
                    <a:pt x="537739" y="461827"/>
                  </a:lnTo>
                  <a:lnTo>
                    <a:pt x="557656" y="475970"/>
                  </a:lnTo>
                  <a:lnTo>
                    <a:pt x="577572" y="490088"/>
                  </a:lnTo>
                  <a:lnTo>
                    <a:pt x="597488" y="504190"/>
                  </a:lnTo>
                  <a:lnTo>
                    <a:pt x="617405" y="518288"/>
                  </a:lnTo>
                  <a:lnTo>
                    <a:pt x="637321" y="532391"/>
                  </a:lnTo>
                  <a:lnTo>
                    <a:pt x="657237" y="546510"/>
                  </a:lnTo>
                  <a:lnTo>
                    <a:pt x="677153" y="560655"/>
                  </a:lnTo>
                  <a:lnTo>
                    <a:pt x="697070" y="574836"/>
                  </a:lnTo>
                  <a:lnTo>
                    <a:pt x="716986" y="589065"/>
                  </a:lnTo>
                  <a:lnTo>
                    <a:pt x="736902" y="603350"/>
                  </a:lnTo>
                  <a:lnTo>
                    <a:pt x="756819" y="617702"/>
                  </a:lnTo>
                  <a:lnTo>
                    <a:pt x="776735" y="632132"/>
                  </a:lnTo>
                  <a:lnTo>
                    <a:pt x="796651" y="646650"/>
                  </a:lnTo>
                  <a:lnTo>
                    <a:pt x="816567" y="661267"/>
                  </a:lnTo>
                  <a:lnTo>
                    <a:pt x="836484" y="675991"/>
                  </a:lnTo>
                  <a:lnTo>
                    <a:pt x="856400" y="690835"/>
                  </a:lnTo>
                  <a:lnTo>
                    <a:pt x="876316" y="705808"/>
                  </a:lnTo>
                  <a:lnTo>
                    <a:pt x="896233" y="720920"/>
                  </a:lnTo>
                  <a:lnTo>
                    <a:pt x="916149" y="736182"/>
                  </a:lnTo>
                  <a:lnTo>
                    <a:pt x="936065" y="751604"/>
                  </a:lnTo>
                  <a:lnTo>
                    <a:pt x="955982" y="767196"/>
                  </a:lnTo>
                  <a:lnTo>
                    <a:pt x="975898" y="782969"/>
                  </a:lnTo>
                  <a:lnTo>
                    <a:pt x="995814" y="798933"/>
                  </a:lnTo>
                  <a:lnTo>
                    <a:pt x="1015730" y="815099"/>
                  </a:lnTo>
                  <a:lnTo>
                    <a:pt x="1035647" y="831476"/>
                  </a:lnTo>
                  <a:lnTo>
                    <a:pt x="1055563" y="848074"/>
                  </a:lnTo>
                  <a:lnTo>
                    <a:pt x="1075479" y="864905"/>
                  </a:lnTo>
                  <a:lnTo>
                    <a:pt x="1095396" y="881979"/>
                  </a:lnTo>
                  <a:lnTo>
                    <a:pt x="1115312" y="899305"/>
                  </a:lnTo>
                  <a:lnTo>
                    <a:pt x="1135228" y="916895"/>
                  </a:lnTo>
                  <a:lnTo>
                    <a:pt x="1155144" y="934758"/>
                  </a:lnTo>
                  <a:lnTo>
                    <a:pt x="1175061" y="952904"/>
                  </a:lnTo>
                  <a:lnTo>
                    <a:pt x="1194977" y="971345"/>
                  </a:lnTo>
                  <a:lnTo>
                    <a:pt x="1214893" y="990090"/>
                  </a:lnTo>
                  <a:lnTo>
                    <a:pt x="1234810" y="1009149"/>
                  </a:lnTo>
                  <a:lnTo>
                    <a:pt x="1254726" y="1028534"/>
                  </a:lnTo>
                  <a:lnTo>
                    <a:pt x="1274642" y="1048254"/>
                  </a:lnTo>
                  <a:lnTo>
                    <a:pt x="1294558" y="1068319"/>
                  </a:lnTo>
                  <a:lnTo>
                    <a:pt x="1314475" y="1088741"/>
                  </a:lnTo>
                  <a:lnTo>
                    <a:pt x="1334391" y="1109528"/>
                  </a:lnTo>
                  <a:lnTo>
                    <a:pt x="1354307" y="1130692"/>
                  </a:lnTo>
                  <a:lnTo>
                    <a:pt x="1374224" y="1152243"/>
                  </a:lnTo>
                  <a:lnTo>
                    <a:pt x="1394140" y="1174190"/>
                  </a:lnTo>
                  <a:lnTo>
                    <a:pt x="1414056" y="1196546"/>
                  </a:lnTo>
                  <a:lnTo>
                    <a:pt x="1433973" y="1219318"/>
                  </a:lnTo>
                  <a:lnTo>
                    <a:pt x="1453889" y="1242519"/>
                  </a:lnTo>
                  <a:lnTo>
                    <a:pt x="1473805" y="1266158"/>
                  </a:lnTo>
                  <a:lnTo>
                    <a:pt x="1493721" y="1290246"/>
                  </a:lnTo>
                  <a:lnTo>
                    <a:pt x="1513638" y="1314793"/>
                  </a:lnTo>
                  <a:lnTo>
                    <a:pt x="1533554" y="1339809"/>
                  </a:lnTo>
                  <a:lnTo>
                    <a:pt x="1553470" y="1365304"/>
                  </a:lnTo>
                  <a:lnTo>
                    <a:pt x="1573387" y="139129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rc230"/>
            <p:cNvSpPr/>
            <p:nvPr/>
          </p:nvSpPr>
          <p:spPr>
            <a:xfrm>
              <a:off x="1372341" y="1198851"/>
              <a:ext cx="1730725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3172656" y="1198851"/>
              <a:ext cx="1730725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3172656" y="5347363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3172656" y="4298165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3172656" y="3248968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3172656" y="2199770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3414987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3742315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406964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439697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4724298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3172656" y="5871962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3172656" y="4822764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3172656" y="3773567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3172656" y="2724369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3172656" y="1675171"/>
              <a:ext cx="1730725" cy="0"/>
            </a:xfrm>
            <a:custGeom>
              <a:avLst/>
              <a:pathLst>
                <a:path w="1730725" h="0">
                  <a:moveTo>
                    <a:pt x="0" y="0"/>
                  </a:moveTo>
                  <a:lnTo>
                    <a:pt x="1730725" y="0"/>
                  </a:lnTo>
                  <a:lnTo>
                    <a:pt x="1730725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3251323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3578651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3905978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423330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456063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4887961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234995" y="3018683"/>
              <a:ext cx="36550" cy="365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238380" y="2838661"/>
              <a:ext cx="36190" cy="361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474580" y="3240929"/>
              <a:ext cx="45896" cy="458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233284" y="2405914"/>
              <a:ext cx="36104" cy="361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241599" y="3074253"/>
              <a:ext cx="40578" cy="405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233199" y="3972198"/>
              <a:ext cx="36387" cy="363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236755" y="4976571"/>
              <a:ext cx="36812" cy="368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233868" y="3030199"/>
              <a:ext cx="36893" cy="368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234581" y="4173417"/>
              <a:ext cx="36936" cy="369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234851" y="2952919"/>
              <a:ext cx="36776" cy="367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3240164" y="3021478"/>
              <a:ext cx="36434" cy="364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233347" y="1794566"/>
              <a:ext cx="36130" cy="361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233256" y="3390675"/>
              <a:ext cx="36146" cy="361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235805" y="4227691"/>
              <a:ext cx="37386" cy="373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233303" y="2273585"/>
              <a:ext cx="36115" cy="361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641284" y="2641690"/>
              <a:ext cx="46006" cy="460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233293" y="2634302"/>
              <a:ext cx="36106" cy="361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262685" y="3245267"/>
              <a:ext cx="36963" cy="369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233443" y="5432731"/>
              <a:ext cx="36522" cy="365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235218" y="3186288"/>
              <a:ext cx="36686" cy="366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3346278" y="3648289"/>
              <a:ext cx="38353" cy="38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234655" y="3030328"/>
              <a:ext cx="36206" cy="362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234374" y="4032682"/>
              <a:ext cx="36700" cy="367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842355" y="2603975"/>
              <a:ext cx="53247" cy="532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341813" y="3767312"/>
              <a:ext cx="41185" cy="411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409443" y="3580069"/>
              <a:ext cx="37731" cy="377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3273658" y="3259646"/>
              <a:ext cx="40016" cy="400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598885" y="3133210"/>
              <a:ext cx="49295" cy="492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3234016" y="3551242"/>
              <a:ext cx="37304" cy="373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3611040" y="3007036"/>
              <a:ext cx="42567" cy="425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648724" y="2885997"/>
              <a:ext cx="47056" cy="470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3233312" y="4211496"/>
              <a:ext cx="36393" cy="363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236465" y="5556446"/>
              <a:ext cx="37979" cy="379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3233522" y="1465776"/>
              <a:ext cx="36143" cy="361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235321" y="2977350"/>
              <a:ext cx="36172" cy="361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3449050" y="3390121"/>
              <a:ext cx="40497" cy="404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3238149" y="2931782"/>
              <a:ext cx="36156" cy="361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233702" y="5394145"/>
              <a:ext cx="36300" cy="363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3733960" y="2603086"/>
              <a:ext cx="53174" cy="531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3238267" y="3860810"/>
              <a:ext cx="37048" cy="370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3233251" y="2482522"/>
              <a:ext cx="36176" cy="361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3235022" y="3256532"/>
              <a:ext cx="36324" cy="363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3242189" y="3924392"/>
              <a:ext cx="38068" cy="380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4123564" y="3505488"/>
              <a:ext cx="72576" cy="725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3236083" y="2667880"/>
              <a:ext cx="37662" cy="376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3469287" y="3758727"/>
              <a:ext cx="37243" cy="372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255537" y="3425468"/>
              <a:ext cx="39735" cy="397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3272444" y="3340934"/>
              <a:ext cx="37135" cy="371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3237098" y="4242540"/>
              <a:ext cx="37220" cy="372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3261709" y="3387682"/>
              <a:ext cx="36749" cy="367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235602" y="3029114"/>
              <a:ext cx="36886" cy="368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233284" y="4042102"/>
              <a:ext cx="36175" cy="361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233276" y="2510241"/>
              <a:ext cx="36252" cy="362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235528" y="3001991"/>
              <a:ext cx="36766" cy="367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4059485" y="4810208"/>
              <a:ext cx="39727" cy="397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233652" y="2713343"/>
              <a:ext cx="36253" cy="362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3406686" y="3698615"/>
              <a:ext cx="38224" cy="382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3238050" y="2764347"/>
              <a:ext cx="39305" cy="393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3277705" y="2986690"/>
              <a:ext cx="42265" cy="422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3233451" y="4049998"/>
              <a:ext cx="38564" cy="385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3870173" y="2948670"/>
              <a:ext cx="87281" cy="872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3275142" y="3081487"/>
              <a:ext cx="39586" cy="395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3245191" y="3062935"/>
              <a:ext cx="36306" cy="363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3235535" y="3411576"/>
              <a:ext cx="40648" cy="406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3240124" y="3067495"/>
              <a:ext cx="36518" cy="365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3233595" y="4233221"/>
              <a:ext cx="36449" cy="364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3236455" y="4478310"/>
              <a:ext cx="39984" cy="399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3477750" y="4503056"/>
              <a:ext cx="39011" cy="390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4078230" y="3719391"/>
              <a:ext cx="42198" cy="421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3233262" y="2586832"/>
              <a:ext cx="36152" cy="361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3374585" y="2950705"/>
              <a:ext cx="45616" cy="456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3237713" y="4288995"/>
              <a:ext cx="36387" cy="363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3234837" y="3016742"/>
              <a:ext cx="36151" cy="361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3233293" y="2646964"/>
              <a:ext cx="36108" cy="361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3236441" y="2976300"/>
              <a:ext cx="36216" cy="362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3233418" y="5561550"/>
              <a:ext cx="36353" cy="36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3792468" y="2387856"/>
              <a:ext cx="48988" cy="489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3764942" y="3579771"/>
              <a:ext cx="40955" cy="409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3233478" y="2207318"/>
              <a:ext cx="36168" cy="361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236145" y="2832708"/>
              <a:ext cx="36957" cy="369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3240880" y="3158354"/>
              <a:ext cx="37158" cy="371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3233331" y="4095456"/>
              <a:ext cx="36428" cy="364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3236306" y="2881715"/>
              <a:ext cx="36804" cy="368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3236765" y="3901912"/>
              <a:ext cx="37347" cy="373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3234173" y="3965551"/>
              <a:ext cx="36200" cy="362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253615" y="2780675"/>
              <a:ext cx="37802" cy="378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3239051" y="2950906"/>
              <a:ext cx="36282" cy="362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3253473" y="3178718"/>
              <a:ext cx="71240" cy="712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3249537" y="2944718"/>
              <a:ext cx="47776" cy="477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3246867" y="3264204"/>
              <a:ext cx="39325" cy="393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3235018" y="4437353"/>
              <a:ext cx="36622" cy="366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3303233" y="2745934"/>
              <a:ext cx="41272" cy="412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3243552" y="3150734"/>
              <a:ext cx="41395" cy="413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3427617" y="3211662"/>
              <a:ext cx="40234" cy="402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3266967" y="2568067"/>
              <a:ext cx="49547" cy="495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3233570" y="3892195"/>
              <a:ext cx="37870" cy="378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3233295" y="1600176"/>
              <a:ext cx="36164" cy="361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3232971" y="4339865"/>
              <a:ext cx="37240" cy="372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3233251" y="3311009"/>
              <a:ext cx="36154" cy="361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3836766" y="3317464"/>
              <a:ext cx="60363" cy="603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3246226" y="2728891"/>
              <a:ext cx="36280" cy="362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3234085" y="3102834"/>
              <a:ext cx="37549" cy="375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3233274" y="2574619"/>
              <a:ext cx="36201" cy="362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3281089" y="3229967"/>
              <a:ext cx="38785" cy="387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3233294" y="2712081"/>
              <a:ext cx="36190" cy="361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3242843" y="3021765"/>
              <a:ext cx="37131" cy="371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3400971" y="3400309"/>
              <a:ext cx="39055" cy="390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3639990" y="3024372"/>
              <a:ext cx="42967" cy="429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3233312" y="1428321"/>
              <a:ext cx="36206" cy="362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3238504" y="3089538"/>
              <a:ext cx="37740" cy="377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4793239" y="4195386"/>
              <a:ext cx="62947" cy="629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3241139" y="3136465"/>
              <a:ext cx="38373" cy="383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3285598" y="3309285"/>
              <a:ext cx="36761" cy="367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4073704" y="2583583"/>
              <a:ext cx="54462" cy="544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3234446" y="4238162"/>
              <a:ext cx="36233" cy="362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3247385" y="3064532"/>
              <a:ext cx="36246" cy="362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3241718" y="3208778"/>
              <a:ext cx="36658" cy="366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233266" y="3024417"/>
              <a:ext cx="36118" cy="361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235487" y="2904400"/>
              <a:ext cx="36507" cy="365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3234730" y="2993910"/>
              <a:ext cx="36284" cy="362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3257077" y="3158575"/>
              <a:ext cx="41075" cy="410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4024919" y="4193219"/>
              <a:ext cx="57214" cy="572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3397891" y="3667546"/>
              <a:ext cx="38808" cy="388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242263" y="2975899"/>
              <a:ext cx="36156" cy="361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3236923" y="4168329"/>
              <a:ext cx="37869" cy="378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3233347" y="5434371"/>
              <a:ext cx="36236" cy="362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3236087" y="2970128"/>
              <a:ext cx="36730" cy="367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3755179" y="2236177"/>
              <a:ext cx="50557" cy="505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3240555" y="2807596"/>
              <a:ext cx="36126" cy="361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3234952" y="3031411"/>
              <a:ext cx="36457" cy="364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3236222" y="2756502"/>
              <a:ext cx="36159" cy="361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3233358" y="1398956"/>
              <a:ext cx="36335" cy="363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3238421" y="2847825"/>
              <a:ext cx="36150" cy="361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3260804" y="3397050"/>
              <a:ext cx="37584" cy="375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3234562" y="5350654"/>
              <a:ext cx="36408" cy="364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3237259" y="2886757"/>
              <a:ext cx="36908" cy="369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3272643" y="2724403"/>
              <a:ext cx="50675" cy="506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3231241" y="3246194"/>
              <a:ext cx="49532" cy="495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3241514" y="2949370"/>
              <a:ext cx="39116" cy="391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3236947" y="2963011"/>
              <a:ext cx="37946" cy="379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3261116" y="3070467"/>
              <a:ext cx="44506" cy="445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3239034" y="2961668"/>
              <a:ext cx="37303" cy="373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3236604" y="4773886"/>
              <a:ext cx="38396" cy="383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3234213" y="4320069"/>
              <a:ext cx="36837" cy="368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3234378" y="2994498"/>
              <a:ext cx="36145" cy="361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3235114" y="2955202"/>
              <a:ext cx="36144" cy="361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3233294" y="2828506"/>
              <a:ext cx="36190" cy="361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3233249" y="4320523"/>
              <a:ext cx="36362" cy="363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3233090" y="3339859"/>
              <a:ext cx="38055" cy="380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3277011" y="3694630"/>
              <a:ext cx="39677" cy="396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3233284" y="2688143"/>
              <a:ext cx="36101" cy="361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3233289" y="1849693"/>
              <a:ext cx="36108" cy="361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3233723" y="3639771"/>
              <a:ext cx="36138" cy="361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3234319" y="2948191"/>
              <a:ext cx="36132" cy="361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3245914" y="3549858"/>
              <a:ext cx="38843" cy="388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3798375" y="3669664"/>
              <a:ext cx="50423" cy="504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3234707" y="3107298"/>
              <a:ext cx="36891" cy="368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3243514" y="2988899"/>
              <a:ext cx="36262" cy="362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3831981" y="2907326"/>
              <a:ext cx="47053" cy="470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3242443" y="4371798"/>
              <a:ext cx="36926" cy="369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3234545" y="2991535"/>
              <a:ext cx="36650" cy="366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3233649" y="4021120"/>
              <a:ext cx="36284" cy="362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3256461" y="3226600"/>
              <a:ext cx="44020" cy="440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3248706" y="2877023"/>
              <a:ext cx="36527" cy="365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3318784" y="3610170"/>
              <a:ext cx="47488" cy="474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3280511" y="3191512"/>
              <a:ext cx="39365" cy="393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3234107" y="4272510"/>
              <a:ext cx="37835" cy="378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3266472" y="3120931"/>
              <a:ext cx="38162" cy="381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3233621" y="4292688"/>
              <a:ext cx="36382" cy="363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3237307" y="3053982"/>
              <a:ext cx="36580" cy="365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3242192" y="2670198"/>
              <a:ext cx="37275" cy="372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3238960" y="3004278"/>
              <a:ext cx="36368" cy="363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3267196" y="2958528"/>
              <a:ext cx="41433" cy="414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3252538" y="3830814"/>
              <a:ext cx="37272" cy="372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3235377" y="2950371"/>
              <a:ext cx="36265" cy="362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3233336" y="2600607"/>
              <a:ext cx="36432" cy="364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3234804" y="4338446"/>
              <a:ext cx="36948" cy="369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3244036" y="3036667"/>
              <a:ext cx="38515" cy="385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3276044" y="3343456"/>
              <a:ext cx="41516" cy="415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3235467" y="2830451"/>
              <a:ext cx="36758" cy="367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3259941" y="3308339"/>
              <a:ext cx="43307" cy="433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3767082" y="2446082"/>
              <a:ext cx="45391" cy="453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3246307" y="3036775"/>
              <a:ext cx="36128" cy="361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3240913" y="2965552"/>
              <a:ext cx="36260" cy="362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3233279" y="3295851"/>
              <a:ext cx="36123" cy="361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3245220" y="3059696"/>
              <a:ext cx="38076" cy="380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3244932" y="3284594"/>
              <a:ext cx="41498" cy="414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3233263" y="3465026"/>
              <a:ext cx="36133" cy="361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3245924" y="3061181"/>
              <a:ext cx="36164" cy="361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3333575" y="4483383"/>
              <a:ext cx="45515" cy="455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3234504" y="2806635"/>
              <a:ext cx="38267" cy="382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3257641" y="3302744"/>
              <a:ext cx="36763" cy="367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3281106" y="3286171"/>
              <a:ext cx="44601" cy="446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3239428" y="3074731"/>
              <a:ext cx="36705" cy="367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3236439" y="5280808"/>
              <a:ext cx="40027" cy="400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3259074" y="5333176"/>
              <a:ext cx="44016" cy="440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232814" y="3379923"/>
              <a:ext cx="40251" cy="402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234944" y="2949974"/>
              <a:ext cx="36178" cy="361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3331144" y="3675016"/>
              <a:ext cx="46874" cy="468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233232" y="2481582"/>
              <a:ext cx="36204" cy="362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3248873" y="2856477"/>
              <a:ext cx="36379" cy="363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270124" y="3181620"/>
              <a:ext cx="40574" cy="405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3265486" y="3670926"/>
              <a:ext cx="39606" cy="396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3312204" y="2423884"/>
              <a:ext cx="41504" cy="415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3251325" y="2808452"/>
              <a:ext cx="1573387" cy="2974140"/>
            </a:xfrm>
            <a:custGeom>
              <a:avLst/>
              <a:pathLst>
                <a:path w="1573387" h="2974140">
                  <a:moveTo>
                    <a:pt x="0" y="419894"/>
                  </a:moveTo>
                  <a:lnTo>
                    <a:pt x="19916" y="412303"/>
                  </a:lnTo>
                  <a:lnTo>
                    <a:pt x="39832" y="393465"/>
                  </a:lnTo>
                  <a:lnTo>
                    <a:pt x="59748" y="365611"/>
                  </a:lnTo>
                  <a:lnTo>
                    <a:pt x="79665" y="332359"/>
                  </a:lnTo>
                  <a:lnTo>
                    <a:pt x="99581" y="296917"/>
                  </a:lnTo>
                  <a:lnTo>
                    <a:pt x="119497" y="261325"/>
                  </a:lnTo>
                  <a:lnTo>
                    <a:pt x="139414" y="226817"/>
                  </a:lnTo>
                  <a:lnTo>
                    <a:pt x="159330" y="194159"/>
                  </a:lnTo>
                  <a:lnTo>
                    <a:pt x="179246" y="163866"/>
                  </a:lnTo>
                  <a:lnTo>
                    <a:pt x="199162" y="136301"/>
                  </a:lnTo>
                  <a:lnTo>
                    <a:pt x="219079" y="111484"/>
                  </a:lnTo>
                  <a:lnTo>
                    <a:pt x="238995" y="89318"/>
                  </a:lnTo>
                  <a:lnTo>
                    <a:pt x="258911" y="69778"/>
                  </a:lnTo>
                  <a:lnTo>
                    <a:pt x="278828" y="52817"/>
                  </a:lnTo>
                  <a:lnTo>
                    <a:pt x="298744" y="38373"/>
                  </a:lnTo>
                  <a:lnTo>
                    <a:pt x="318660" y="26372"/>
                  </a:lnTo>
                  <a:lnTo>
                    <a:pt x="338576" y="16735"/>
                  </a:lnTo>
                  <a:lnTo>
                    <a:pt x="358493" y="9373"/>
                  </a:lnTo>
                  <a:lnTo>
                    <a:pt x="378409" y="4196"/>
                  </a:lnTo>
                  <a:lnTo>
                    <a:pt x="398325" y="1105"/>
                  </a:lnTo>
                  <a:lnTo>
                    <a:pt x="418242" y="0"/>
                  </a:lnTo>
                  <a:lnTo>
                    <a:pt x="438158" y="776"/>
                  </a:lnTo>
                  <a:lnTo>
                    <a:pt x="458074" y="3325"/>
                  </a:lnTo>
                  <a:lnTo>
                    <a:pt x="477991" y="7536"/>
                  </a:lnTo>
                  <a:lnTo>
                    <a:pt x="497907" y="13293"/>
                  </a:lnTo>
                  <a:lnTo>
                    <a:pt x="517823" y="20478"/>
                  </a:lnTo>
                  <a:lnTo>
                    <a:pt x="537739" y="28969"/>
                  </a:lnTo>
                  <a:lnTo>
                    <a:pt x="557656" y="38642"/>
                  </a:lnTo>
                  <a:lnTo>
                    <a:pt x="577572" y="49369"/>
                  </a:lnTo>
                  <a:lnTo>
                    <a:pt x="597488" y="61022"/>
                  </a:lnTo>
                  <a:lnTo>
                    <a:pt x="617405" y="73468"/>
                  </a:lnTo>
                  <a:lnTo>
                    <a:pt x="637321" y="86575"/>
                  </a:lnTo>
                  <a:lnTo>
                    <a:pt x="657237" y="100211"/>
                  </a:lnTo>
                  <a:lnTo>
                    <a:pt x="677153" y="114245"/>
                  </a:lnTo>
                  <a:lnTo>
                    <a:pt x="697070" y="128548"/>
                  </a:lnTo>
                  <a:lnTo>
                    <a:pt x="716986" y="142996"/>
                  </a:lnTo>
                  <a:lnTo>
                    <a:pt x="736902" y="157470"/>
                  </a:lnTo>
                  <a:lnTo>
                    <a:pt x="756819" y="171859"/>
                  </a:lnTo>
                  <a:lnTo>
                    <a:pt x="776735" y="186058"/>
                  </a:lnTo>
                  <a:lnTo>
                    <a:pt x="796651" y="199975"/>
                  </a:lnTo>
                  <a:lnTo>
                    <a:pt x="816567" y="213527"/>
                  </a:lnTo>
                  <a:lnTo>
                    <a:pt x="836484" y="226642"/>
                  </a:lnTo>
                  <a:lnTo>
                    <a:pt x="856400" y="239259"/>
                  </a:lnTo>
                  <a:lnTo>
                    <a:pt x="876316" y="251328"/>
                  </a:lnTo>
                  <a:lnTo>
                    <a:pt x="896233" y="262808"/>
                  </a:lnTo>
                  <a:lnTo>
                    <a:pt x="916149" y="273667"/>
                  </a:lnTo>
                  <a:lnTo>
                    <a:pt x="936065" y="283878"/>
                  </a:lnTo>
                  <a:lnTo>
                    <a:pt x="955982" y="293422"/>
                  </a:lnTo>
                  <a:lnTo>
                    <a:pt x="975898" y="302282"/>
                  </a:lnTo>
                  <a:lnTo>
                    <a:pt x="995814" y="310443"/>
                  </a:lnTo>
                  <a:lnTo>
                    <a:pt x="1015730" y="317890"/>
                  </a:lnTo>
                  <a:lnTo>
                    <a:pt x="1035647" y="324607"/>
                  </a:lnTo>
                  <a:lnTo>
                    <a:pt x="1055563" y="330576"/>
                  </a:lnTo>
                  <a:lnTo>
                    <a:pt x="1075479" y="335778"/>
                  </a:lnTo>
                  <a:lnTo>
                    <a:pt x="1095396" y="340187"/>
                  </a:lnTo>
                  <a:lnTo>
                    <a:pt x="1115312" y="343774"/>
                  </a:lnTo>
                  <a:lnTo>
                    <a:pt x="1135228" y="346505"/>
                  </a:lnTo>
                  <a:lnTo>
                    <a:pt x="1155144" y="348340"/>
                  </a:lnTo>
                  <a:lnTo>
                    <a:pt x="1175061" y="349236"/>
                  </a:lnTo>
                  <a:lnTo>
                    <a:pt x="1194977" y="349140"/>
                  </a:lnTo>
                  <a:lnTo>
                    <a:pt x="1214893" y="347999"/>
                  </a:lnTo>
                  <a:lnTo>
                    <a:pt x="1234810" y="345749"/>
                  </a:lnTo>
                  <a:lnTo>
                    <a:pt x="1254726" y="342326"/>
                  </a:lnTo>
                  <a:lnTo>
                    <a:pt x="1274642" y="337657"/>
                  </a:lnTo>
                  <a:lnTo>
                    <a:pt x="1294558" y="331667"/>
                  </a:lnTo>
                  <a:lnTo>
                    <a:pt x="1314475" y="324273"/>
                  </a:lnTo>
                  <a:lnTo>
                    <a:pt x="1334391" y="315392"/>
                  </a:lnTo>
                  <a:lnTo>
                    <a:pt x="1354307" y="304933"/>
                  </a:lnTo>
                  <a:lnTo>
                    <a:pt x="1374224" y="292805"/>
                  </a:lnTo>
                  <a:lnTo>
                    <a:pt x="1394140" y="278911"/>
                  </a:lnTo>
                  <a:lnTo>
                    <a:pt x="1414056" y="263152"/>
                  </a:lnTo>
                  <a:lnTo>
                    <a:pt x="1433973" y="245428"/>
                  </a:lnTo>
                  <a:lnTo>
                    <a:pt x="1453889" y="225634"/>
                  </a:lnTo>
                  <a:lnTo>
                    <a:pt x="1473805" y="203665"/>
                  </a:lnTo>
                  <a:lnTo>
                    <a:pt x="1493721" y="179415"/>
                  </a:lnTo>
                  <a:lnTo>
                    <a:pt x="1513638" y="152776"/>
                  </a:lnTo>
                  <a:lnTo>
                    <a:pt x="1533554" y="123638"/>
                  </a:lnTo>
                  <a:lnTo>
                    <a:pt x="1553470" y="91891"/>
                  </a:lnTo>
                  <a:lnTo>
                    <a:pt x="1573387" y="57427"/>
                  </a:lnTo>
                  <a:lnTo>
                    <a:pt x="1573387" y="2974140"/>
                  </a:lnTo>
                  <a:lnTo>
                    <a:pt x="1553470" y="2893188"/>
                  </a:lnTo>
                  <a:lnTo>
                    <a:pt x="1533554" y="2814278"/>
                  </a:lnTo>
                  <a:lnTo>
                    <a:pt x="1513638" y="2737350"/>
                  </a:lnTo>
                  <a:lnTo>
                    <a:pt x="1493721" y="2662342"/>
                  </a:lnTo>
                  <a:lnTo>
                    <a:pt x="1473805" y="2589193"/>
                  </a:lnTo>
                  <a:lnTo>
                    <a:pt x="1453889" y="2517845"/>
                  </a:lnTo>
                  <a:lnTo>
                    <a:pt x="1433973" y="2448238"/>
                  </a:lnTo>
                  <a:lnTo>
                    <a:pt x="1414056" y="2380317"/>
                  </a:lnTo>
                  <a:lnTo>
                    <a:pt x="1394140" y="2314026"/>
                  </a:lnTo>
                  <a:lnTo>
                    <a:pt x="1374224" y="2249312"/>
                  </a:lnTo>
                  <a:lnTo>
                    <a:pt x="1354307" y="2186126"/>
                  </a:lnTo>
                  <a:lnTo>
                    <a:pt x="1334391" y="2124419"/>
                  </a:lnTo>
                  <a:lnTo>
                    <a:pt x="1314475" y="2064147"/>
                  </a:lnTo>
                  <a:lnTo>
                    <a:pt x="1294558" y="2005271"/>
                  </a:lnTo>
                  <a:lnTo>
                    <a:pt x="1274642" y="1947753"/>
                  </a:lnTo>
                  <a:lnTo>
                    <a:pt x="1254726" y="1891561"/>
                  </a:lnTo>
                  <a:lnTo>
                    <a:pt x="1234810" y="1836667"/>
                  </a:lnTo>
                  <a:lnTo>
                    <a:pt x="1214893" y="1783049"/>
                  </a:lnTo>
                  <a:lnTo>
                    <a:pt x="1194977" y="1730687"/>
                  </a:lnTo>
                  <a:lnTo>
                    <a:pt x="1175061" y="1679571"/>
                  </a:lnTo>
                  <a:lnTo>
                    <a:pt x="1155144" y="1629691"/>
                  </a:lnTo>
                  <a:lnTo>
                    <a:pt x="1135228" y="1581047"/>
                  </a:lnTo>
                  <a:lnTo>
                    <a:pt x="1115312" y="1533643"/>
                  </a:lnTo>
                  <a:lnTo>
                    <a:pt x="1095396" y="1487487"/>
                  </a:lnTo>
                  <a:lnTo>
                    <a:pt x="1075479" y="1442594"/>
                  </a:lnTo>
                  <a:lnTo>
                    <a:pt x="1055563" y="1398983"/>
                  </a:lnTo>
                  <a:lnTo>
                    <a:pt x="1035647" y="1356679"/>
                  </a:lnTo>
                  <a:lnTo>
                    <a:pt x="1015730" y="1315708"/>
                  </a:lnTo>
                  <a:lnTo>
                    <a:pt x="995814" y="1276103"/>
                  </a:lnTo>
                  <a:lnTo>
                    <a:pt x="975898" y="1237894"/>
                  </a:lnTo>
                  <a:lnTo>
                    <a:pt x="955982" y="1201118"/>
                  </a:lnTo>
                  <a:lnTo>
                    <a:pt x="936065" y="1165806"/>
                  </a:lnTo>
                  <a:lnTo>
                    <a:pt x="916149" y="1131991"/>
                  </a:lnTo>
                  <a:lnTo>
                    <a:pt x="896233" y="1099701"/>
                  </a:lnTo>
                  <a:lnTo>
                    <a:pt x="876316" y="1068959"/>
                  </a:lnTo>
                  <a:lnTo>
                    <a:pt x="856400" y="1039781"/>
                  </a:lnTo>
                  <a:lnTo>
                    <a:pt x="836484" y="1012174"/>
                  </a:lnTo>
                  <a:lnTo>
                    <a:pt x="816567" y="986137"/>
                  </a:lnTo>
                  <a:lnTo>
                    <a:pt x="796651" y="961658"/>
                  </a:lnTo>
                  <a:lnTo>
                    <a:pt x="776735" y="938713"/>
                  </a:lnTo>
                  <a:lnTo>
                    <a:pt x="756819" y="917268"/>
                  </a:lnTo>
                  <a:lnTo>
                    <a:pt x="736902" y="897279"/>
                  </a:lnTo>
                  <a:lnTo>
                    <a:pt x="716986" y="878689"/>
                  </a:lnTo>
                  <a:lnTo>
                    <a:pt x="697070" y="861438"/>
                  </a:lnTo>
                  <a:lnTo>
                    <a:pt x="677153" y="845453"/>
                  </a:lnTo>
                  <a:lnTo>
                    <a:pt x="657237" y="830659"/>
                  </a:lnTo>
                  <a:lnTo>
                    <a:pt x="637321" y="816976"/>
                  </a:lnTo>
                  <a:lnTo>
                    <a:pt x="617405" y="804322"/>
                  </a:lnTo>
                  <a:lnTo>
                    <a:pt x="597488" y="792612"/>
                  </a:lnTo>
                  <a:lnTo>
                    <a:pt x="577572" y="781764"/>
                  </a:lnTo>
                  <a:lnTo>
                    <a:pt x="557656" y="771693"/>
                  </a:lnTo>
                  <a:lnTo>
                    <a:pt x="537739" y="762320"/>
                  </a:lnTo>
                  <a:lnTo>
                    <a:pt x="517823" y="753565"/>
                  </a:lnTo>
                  <a:lnTo>
                    <a:pt x="497907" y="745353"/>
                  </a:lnTo>
                  <a:lnTo>
                    <a:pt x="477991" y="737610"/>
                  </a:lnTo>
                  <a:lnTo>
                    <a:pt x="458074" y="730267"/>
                  </a:lnTo>
                  <a:lnTo>
                    <a:pt x="438158" y="723256"/>
                  </a:lnTo>
                  <a:lnTo>
                    <a:pt x="418242" y="716516"/>
                  </a:lnTo>
                  <a:lnTo>
                    <a:pt x="398325" y="709985"/>
                  </a:lnTo>
                  <a:lnTo>
                    <a:pt x="378409" y="703609"/>
                  </a:lnTo>
                  <a:lnTo>
                    <a:pt x="358493" y="697334"/>
                  </a:lnTo>
                  <a:lnTo>
                    <a:pt x="338576" y="691113"/>
                  </a:lnTo>
                  <a:lnTo>
                    <a:pt x="318660" y="684901"/>
                  </a:lnTo>
                  <a:lnTo>
                    <a:pt x="298744" y="678660"/>
                  </a:lnTo>
                  <a:lnTo>
                    <a:pt x="278828" y="672358"/>
                  </a:lnTo>
                  <a:lnTo>
                    <a:pt x="258911" y="665971"/>
                  </a:lnTo>
                  <a:lnTo>
                    <a:pt x="238995" y="659485"/>
                  </a:lnTo>
                  <a:lnTo>
                    <a:pt x="219079" y="652901"/>
                  </a:lnTo>
                  <a:lnTo>
                    <a:pt x="199162" y="646242"/>
                  </a:lnTo>
                  <a:lnTo>
                    <a:pt x="179246" y="639574"/>
                  </a:lnTo>
                  <a:lnTo>
                    <a:pt x="159330" y="632932"/>
                  </a:lnTo>
                  <a:lnTo>
                    <a:pt x="139414" y="626360"/>
                  </a:lnTo>
                  <a:lnTo>
                    <a:pt x="119497" y="620047"/>
                  </a:lnTo>
                  <a:lnTo>
                    <a:pt x="99581" y="614435"/>
                  </a:lnTo>
                  <a:lnTo>
                    <a:pt x="79665" y="610430"/>
                  </a:lnTo>
                  <a:lnTo>
                    <a:pt x="59748" y="609750"/>
                  </a:lnTo>
                  <a:lnTo>
                    <a:pt x="39832" y="615274"/>
                  </a:lnTo>
                  <a:lnTo>
                    <a:pt x="19916" y="630934"/>
                  </a:lnTo>
                  <a:lnTo>
                    <a:pt x="0" y="65906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l457"/>
            <p:cNvSpPr/>
            <p:nvPr/>
          </p:nvSpPr>
          <p:spPr>
            <a:xfrm>
              <a:off x="3251325" y="2808452"/>
              <a:ext cx="1573387" cy="419894"/>
            </a:xfrm>
            <a:custGeom>
              <a:avLst/>
              <a:pathLst>
                <a:path w="1573387" h="419894">
                  <a:moveTo>
                    <a:pt x="0" y="419894"/>
                  </a:moveTo>
                  <a:lnTo>
                    <a:pt x="19916" y="412303"/>
                  </a:lnTo>
                  <a:lnTo>
                    <a:pt x="39832" y="393465"/>
                  </a:lnTo>
                  <a:lnTo>
                    <a:pt x="59748" y="365611"/>
                  </a:lnTo>
                  <a:lnTo>
                    <a:pt x="79665" y="332359"/>
                  </a:lnTo>
                  <a:lnTo>
                    <a:pt x="99581" y="296917"/>
                  </a:lnTo>
                  <a:lnTo>
                    <a:pt x="119497" y="261325"/>
                  </a:lnTo>
                  <a:lnTo>
                    <a:pt x="139414" y="226817"/>
                  </a:lnTo>
                  <a:lnTo>
                    <a:pt x="159330" y="194159"/>
                  </a:lnTo>
                  <a:lnTo>
                    <a:pt x="179246" y="163866"/>
                  </a:lnTo>
                  <a:lnTo>
                    <a:pt x="199162" y="136301"/>
                  </a:lnTo>
                  <a:lnTo>
                    <a:pt x="219079" y="111484"/>
                  </a:lnTo>
                  <a:lnTo>
                    <a:pt x="238995" y="89318"/>
                  </a:lnTo>
                  <a:lnTo>
                    <a:pt x="258911" y="69778"/>
                  </a:lnTo>
                  <a:lnTo>
                    <a:pt x="278828" y="52817"/>
                  </a:lnTo>
                  <a:lnTo>
                    <a:pt x="298744" y="38373"/>
                  </a:lnTo>
                  <a:lnTo>
                    <a:pt x="318660" y="26372"/>
                  </a:lnTo>
                  <a:lnTo>
                    <a:pt x="338576" y="16735"/>
                  </a:lnTo>
                  <a:lnTo>
                    <a:pt x="358493" y="9373"/>
                  </a:lnTo>
                  <a:lnTo>
                    <a:pt x="378409" y="4196"/>
                  </a:lnTo>
                  <a:lnTo>
                    <a:pt x="398325" y="1105"/>
                  </a:lnTo>
                  <a:lnTo>
                    <a:pt x="418242" y="0"/>
                  </a:lnTo>
                  <a:lnTo>
                    <a:pt x="438158" y="776"/>
                  </a:lnTo>
                  <a:lnTo>
                    <a:pt x="458074" y="3325"/>
                  </a:lnTo>
                  <a:lnTo>
                    <a:pt x="477991" y="7536"/>
                  </a:lnTo>
                  <a:lnTo>
                    <a:pt x="497907" y="13293"/>
                  </a:lnTo>
                  <a:lnTo>
                    <a:pt x="517823" y="20478"/>
                  </a:lnTo>
                  <a:lnTo>
                    <a:pt x="537739" y="28969"/>
                  </a:lnTo>
                  <a:lnTo>
                    <a:pt x="557656" y="38642"/>
                  </a:lnTo>
                  <a:lnTo>
                    <a:pt x="577572" y="49369"/>
                  </a:lnTo>
                  <a:lnTo>
                    <a:pt x="597488" y="61022"/>
                  </a:lnTo>
                  <a:lnTo>
                    <a:pt x="617405" y="73468"/>
                  </a:lnTo>
                  <a:lnTo>
                    <a:pt x="637321" y="86575"/>
                  </a:lnTo>
                  <a:lnTo>
                    <a:pt x="657237" y="100211"/>
                  </a:lnTo>
                  <a:lnTo>
                    <a:pt x="677153" y="114245"/>
                  </a:lnTo>
                  <a:lnTo>
                    <a:pt x="697070" y="128548"/>
                  </a:lnTo>
                  <a:lnTo>
                    <a:pt x="716986" y="142996"/>
                  </a:lnTo>
                  <a:lnTo>
                    <a:pt x="736902" y="157470"/>
                  </a:lnTo>
                  <a:lnTo>
                    <a:pt x="756819" y="171859"/>
                  </a:lnTo>
                  <a:lnTo>
                    <a:pt x="776735" y="186058"/>
                  </a:lnTo>
                  <a:lnTo>
                    <a:pt x="796651" y="199975"/>
                  </a:lnTo>
                  <a:lnTo>
                    <a:pt x="816567" y="213527"/>
                  </a:lnTo>
                  <a:lnTo>
                    <a:pt x="836484" y="226642"/>
                  </a:lnTo>
                  <a:lnTo>
                    <a:pt x="856400" y="239259"/>
                  </a:lnTo>
                  <a:lnTo>
                    <a:pt x="876316" y="251328"/>
                  </a:lnTo>
                  <a:lnTo>
                    <a:pt x="896233" y="262808"/>
                  </a:lnTo>
                  <a:lnTo>
                    <a:pt x="916149" y="273667"/>
                  </a:lnTo>
                  <a:lnTo>
                    <a:pt x="936065" y="283878"/>
                  </a:lnTo>
                  <a:lnTo>
                    <a:pt x="955982" y="293422"/>
                  </a:lnTo>
                  <a:lnTo>
                    <a:pt x="975898" y="302282"/>
                  </a:lnTo>
                  <a:lnTo>
                    <a:pt x="995814" y="310443"/>
                  </a:lnTo>
                  <a:lnTo>
                    <a:pt x="1015730" y="317890"/>
                  </a:lnTo>
                  <a:lnTo>
                    <a:pt x="1035647" y="324607"/>
                  </a:lnTo>
                  <a:lnTo>
                    <a:pt x="1055563" y="330576"/>
                  </a:lnTo>
                  <a:lnTo>
                    <a:pt x="1075479" y="335778"/>
                  </a:lnTo>
                  <a:lnTo>
                    <a:pt x="1095396" y="340187"/>
                  </a:lnTo>
                  <a:lnTo>
                    <a:pt x="1115312" y="343774"/>
                  </a:lnTo>
                  <a:lnTo>
                    <a:pt x="1135228" y="346505"/>
                  </a:lnTo>
                  <a:lnTo>
                    <a:pt x="1155144" y="348340"/>
                  </a:lnTo>
                  <a:lnTo>
                    <a:pt x="1175061" y="349236"/>
                  </a:lnTo>
                  <a:lnTo>
                    <a:pt x="1194977" y="349140"/>
                  </a:lnTo>
                  <a:lnTo>
                    <a:pt x="1214893" y="347999"/>
                  </a:lnTo>
                  <a:lnTo>
                    <a:pt x="1234810" y="345749"/>
                  </a:lnTo>
                  <a:lnTo>
                    <a:pt x="1254726" y="342326"/>
                  </a:lnTo>
                  <a:lnTo>
                    <a:pt x="1274642" y="337657"/>
                  </a:lnTo>
                  <a:lnTo>
                    <a:pt x="1294558" y="331667"/>
                  </a:lnTo>
                  <a:lnTo>
                    <a:pt x="1314475" y="324273"/>
                  </a:lnTo>
                  <a:lnTo>
                    <a:pt x="1334391" y="315392"/>
                  </a:lnTo>
                  <a:lnTo>
                    <a:pt x="1354307" y="304933"/>
                  </a:lnTo>
                  <a:lnTo>
                    <a:pt x="1374224" y="292805"/>
                  </a:lnTo>
                  <a:lnTo>
                    <a:pt x="1394140" y="278911"/>
                  </a:lnTo>
                  <a:lnTo>
                    <a:pt x="1414056" y="263152"/>
                  </a:lnTo>
                  <a:lnTo>
                    <a:pt x="1433973" y="245428"/>
                  </a:lnTo>
                  <a:lnTo>
                    <a:pt x="1453889" y="225634"/>
                  </a:lnTo>
                  <a:lnTo>
                    <a:pt x="1473805" y="203665"/>
                  </a:lnTo>
                  <a:lnTo>
                    <a:pt x="1493721" y="179415"/>
                  </a:lnTo>
                  <a:lnTo>
                    <a:pt x="1513638" y="152776"/>
                  </a:lnTo>
                  <a:lnTo>
                    <a:pt x="1533554" y="123638"/>
                  </a:lnTo>
                  <a:lnTo>
                    <a:pt x="1553470" y="91891"/>
                  </a:lnTo>
                  <a:lnTo>
                    <a:pt x="1573387" y="574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9" name="pl458"/>
            <p:cNvSpPr/>
            <p:nvPr/>
          </p:nvSpPr>
          <p:spPr>
            <a:xfrm>
              <a:off x="3251325" y="3418202"/>
              <a:ext cx="1573387" cy="2364390"/>
            </a:xfrm>
            <a:custGeom>
              <a:avLst/>
              <a:pathLst>
                <a:path w="1573387" h="2364390">
                  <a:moveTo>
                    <a:pt x="1573387" y="2364390"/>
                  </a:moveTo>
                  <a:lnTo>
                    <a:pt x="1553470" y="2283438"/>
                  </a:lnTo>
                  <a:lnTo>
                    <a:pt x="1533554" y="2204528"/>
                  </a:lnTo>
                  <a:lnTo>
                    <a:pt x="1513638" y="2127600"/>
                  </a:lnTo>
                  <a:lnTo>
                    <a:pt x="1493721" y="2052591"/>
                  </a:lnTo>
                  <a:lnTo>
                    <a:pt x="1473805" y="1979443"/>
                  </a:lnTo>
                  <a:lnTo>
                    <a:pt x="1453889" y="1908095"/>
                  </a:lnTo>
                  <a:lnTo>
                    <a:pt x="1433973" y="1838488"/>
                  </a:lnTo>
                  <a:lnTo>
                    <a:pt x="1414056" y="1770567"/>
                  </a:lnTo>
                  <a:lnTo>
                    <a:pt x="1394140" y="1704276"/>
                  </a:lnTo>
                  <a:lnTo>
                    <a:pt x="1374224" y="1639562"/>
                  </a:lnTo>
                  <a:lnTo>
                    <a:pt x="1354307" y="1576375"/>
                  </a:lnTo>
                  <a:lnTo>
                    <a:pt x="1334391" y="1514668"/>
                  </a:lnTo>
                  <a:lnTo>
                    <a:pt x="1314475" y="1454397"/>
                  </a:lnTo>
                  <a:lnTo>
                    <a:pt x="1294558" y="1395521"/>
                  </a:lnTo>
                  <a:lnTo>
                    <a:pt x="1274642" y="1338003"/>
                  </a:lnTo>
                  <a:lnTo>
                    <a:pt x="1254726" y="1281811"/>
                  </a:lnTo>
                  <a:lnTo>
                    <a:pt x="1234810" y="1226917"/>
                  </a:lnTo>
                  <a:lnTo>
                    <a:pt x="1214893" y="1173298"/>
                  </a:lnTo>
                  <a:lnTo>
                    <a:pt x="1194977" y="1120937"/>
                  </a:lnTo>
                  <a:lnTo>
                    <a:pt x="1175061" y="1069820"/>
                  </a:lnTo>
                  <a:lnTo>
                    <a:pt x="1155144" y="1019941"/>
                  </a:lnTo>
                  <a:lnTo>
                    <a:pt x="1135228" y="971297"/>
                  </a:lnTo>
                  <a:lnTo>
                    <a:pt x="1115312" y="923893"/>
                  </a:lnTo>
                  <a:lnTo>
                    <a:pt x="1095396" y="877737"/>
                  </a:lnTo>
                  <a:lnTo>
                    <a:pt x="1075479" y="832844"/>
                  </a:lnTo>
                  <a:lnTo>
                    <a:pt x="1055563" y="789233"/>
                  </a:lnTo>
                  <a:lnTo>
                    <a:pt x="1035647" y="746929"/>
                  </a:lnTo>
                  <a:lnTo>
                    <a:pt x="1015730" y="705958"/>
                  </a:lnTo>
                  <a:lnTo>
                    <a:pt x="995814" y="666352"/>
                  </a:lnTo>
                  <a:lnTo>
                    <a:pt x="975898" y="628144"/>
                  </a:lnTo>
                  <a:lnTo>
                    <a:pt x="955982" y="591367"/>
                  </a:lnTo>
                  <a:lnTo>
                    <a:pt x="936065" y="556056"/>
                  </a:lnTo>
                  <a:lnTo>
                    <a:pt x="916149" y="522241"/>
                  </a:lnTo>
                  <a:lnTo>
                    <a:pt x="896233" y="489951"/>
                  </a:lnTo>
                  <a:lnTo>
                    <a:pt x="876316" y="459209"/>
                  </a:lnTo>
                  <a:lnTo>
                    <a:pt x="856400" y="430030"/>
                  </a:lnTo>
                  <a:lnTo>
                    <a:pt x="836484" y="402424"/>
                  </a:lnTo>
                  <a:lnTo>
                    <a:pt x="816567" y="376387"/>
                  </a:lnTo>
                  <a:lnTo>
                    <a:pt x="796651" y="351908"/>
                  </a:lnTo>
                  <a:lnTo>
                    <a:pt x="776735" y="328963"/>
                  </a:lnTo>
                  <a:lnTo>
                    <a:pt x="756819" y="307518"/>
                  </a:lnTo>
                  <a:lnTo>
                    <a:pt x="736902" y="287528"/>
                  </a:lnTo>
                  <a:lnTo>
                    <a:pt x="716986" y="268939"/>
                  </a:lnTo>
                  <a:lnTo>
                    <a:pt x="697070" y="251687"/>
                  </a:lnTo>
                  <a:lnTo>
                    <a:pt x="677153" y="235703"/>
                  </a:lnTo>
                  <a:lnTo>
                    <a:pt x="657237" y="220909"/>
                  </a:lnTo>
                  <a:lnTo>
                    <a:pt x="637321" y="207226"/>
                  </a:lnTo>
                  <a:lnTo>
                    <a:pt x="617405" y="194572"/>
                  </a:lnTo>
                  <a:lnTo>
                    <a:pt x="597488" y="182862"/>
                  </a:lnTo>
                  <a:lnTo>
                    <a:pt x="577572" y="172013"/>
                  </a:lnTo>
                  <a:lnTo>
                    <a:pt x="557656" y="161943"/>
                  </a:lnTo>
                  <a:lnTo>
                    <a:pt x="537739" y="152570"/>
                  </a:lnTo>
                  <a:lnTo>
                    <a:pt x="517823" y="143815"/>
                  </a:lnTo>
                  <a:lnTo>
                    <a:pt x="497907" y="135603"/>
                  </a:lnTo>
                  <a:lnTo>
                    <a:pt x="477991" y="127860"/>
                  </a:lnTo>
                  <a:lnTo>
                    <a:pt x="458074" y="120517"/>
                  </a:lnTo>
                  <a:lnTo>
                    <a:pt x="438158" y="113506"/>
                  </a:lnTo>
                  <a:lnTo>
                    <a:pt x="418242" y="106765"/>
                  </a:lnTo>
                  <a:lnTo>
                    <a:pt x="398325" y="100235"/>
                  </a:lnTo>
                  <a:lnTo>
                    <a:pt x="378409" y="93859"/>
                  </a:lnTo>
                  <a:lnTo>
                    <a:pt x="358493" y="87584"/>
                  </a:lnTo>
                  <a:lnTo>
                    <a:pt x="338576" y="81362"/>
                  </a:lnTo>
                  <a:lnTo>
                    <a:pt x="318660" y="75151"/>
                  </a:lnTo>
                  <a:lnTo>
                    <a:pt x="298744" y="68910"/>
                  </a:lnTo>
                  <a:lnTo>
                    <a:pt x="278828" y="62608"/>
                  </a:lnTo>
                  <a:lnTo>
                    <a:pt x="258911" y="56221"/>
                  </a:lnTo>
                  <a:lnTo>
                    <a:pt x="238995" y="49735"/>
                  </a:lnTo>
                  <a:lnTo>
                    <a:pt x="219079" y="43151"/>
                  </a:lnTo>
                  <a:lnTo>
                    <a:pt x="199162" y="36492"/>
                  </a:lnTo>
                  <a:lnTo>
                    <a:pt x="179246" y="29824"/>
                  </a:lnTo>
                  <a:lnTo>
                    <a:pt x="159330" y="23182"/>
                  </a:lnTo>
                  <a:lnTo>
                    <a:pt x="139414" y="16610"/>
                  </a:lnTo>
                  <a:lnTo>
                    <a:pt x="119497" y="10297"/>
                  </a:lnTo>
                  <a:lnTo>
                    <a:pt x="99581" y="4685"/>
                  </a:lnTo>
                  <a:lnTo>
                    <a:pt x="79665" y="680"/>
                  </a:lnTo>
                  <a:lnTo>
                    <a:pt x="59748" y="0"/>
                  </a:lnTo>
                  <a:lnTo>
                    <a:pt x="39832" y="5524"/>
                  </a:lnTo>
                  <a:lnTo>
                    <a:pt x="19916" y="21184"/>
                  </a:lnTo>
                  <a:lnTo>
                    <a:pt x="0" y="49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0" name="pl459"/>
            <p:cNvSpPr/>
            <p:nvPr/>
          </p:nvSpPr>
          <p:spPr>
            <a:xfrm>
              <a:off x="3251325" y="3161806"/>
              <a:ext cx="1573387" cy="1162429"/>
            </a:xfrm>
            <a:custGeom>
              <a:avLst/>
              <a:pathLst>
                <a:path w="1573387" h="1162429">
                  <a:moveTo>
                    <a:pt x="0" y="186123"/>
                  </a:moveTo>
                  <a:lnTo>
                    <a:pt x="19916" y="168264"/>
                  </a:lnTo>
                  <a:lnTo>
                    <a:pt x="39832" y="151016"/>
                  </a:lnTo>
                  <a:lnTo>
                    <a:pt x="59748" y="134326"/>
                  </a:lnTo>
                  <a:lnTo>
                    <a:pt x="79665" y="118041"/>
                  </a:lnTo>
                  <a:lnTo>
                    <a:pt x="99581" y="102322"/>
                  </a:lnTo>
                  <a:lnTo>
                    <a:pt x="119497" y="87332"/>
                  </a:lnTo>
                  <a:lnTo>
                    <a:pt x="139414" y="73234"/>
                  </a:lnTo>
                  <a:lnTo>
                    <a:pt x="159330" y="60191"/>
                  </a:lnTo>
                  <a:lnTo>
                    <a:pt x="179246" y="48366"/>
                  </a:lnTo>
                  <a:lnTo>
                    <a:pt x="199162" y="37918"/>
                  </a:lnTo>
                  <a:lnTo>
                    <a:pt x="219079" y="28838"/>
                  </a:lnTo>
                  <a:lnTo>
                    <a:pt x="238995" y="21047"/>
                  </a:lnTo>
                  <a:lnTo>
                    <a:pt x="258911" y="14521"/>
                  </a:lnTo>
                  <a:lnTo>
                    <a:pt x="278828" y="9234"/>
                  </a:lnTo>
                  <a:lnTo>
                    <a:pt x="298744" y="5162"/>
                  </a:lnTo>
                  <a:lnTo>
                    <a:pt x="318660" y="2282"/>
                  </a:lnTo>
                  <a:lnTo>
                    <a:pt x="338576" y="570"/>
                  </a:lnTo>
                  <a:lnTo>
                    <a:pt x="358493" y="0"/>
                  </a:lnTo>
                  <a:lnTo>
                    <a:pt x="378409" y="548"/>
                  </a:lnTo>
                  <a:lnTo>
                    <a:pt x="398325" y="2191"/>
                  </a:lnTo>
                  <a:lnTo>
                    <a:pt x="418242" y="4903"/>
                  </a:lnTo>
                  <a:lnTo>
                    <a:pt x="438158" y="8662"/>
                  </a:lnTo>
                  <a:lnTo>
                    <a:pt x="458074" y="13442"/>
                  </a:lnTo>
                  <a:lnTo>
                    <a:pt x="477991" y="19219"/>
                  </a:lnTo>
                  <a:lnTo>
                    <a:pt x="497907" y="25969"/>
                  </a:lnTo>
                  <a:lnTo>
                    <a:pt x="517823" y="33667"/>
                  </a:lnTo>
                  <a:lnTo>
                    <a:pt x="537739" y="42290"/>
                  </a:lnTo>
                  <a:lnTo>
                    <a:pt x="557656" y="51813"/>
                  </a:lnTo>
                  <a:lnTo>
                    <a:pt x="577572" y="62212"/>
                  </a:lnTo>
                  <a:lnTo>
                    <a:pt x="597488" y="73463"/>
                  </a:lnTo>
                  <a:lnTo>
                    <a:pt x="617405" y="85541"/>
                  </a:lnTo>
                  <a:lnTo>
                    <a:pt x="637321" y="98421"/>
                  </a:lnTo>
                  <a:lnTo>
                    <a:pt x="657237" y="112081"/>
                  </a:lnTo>
                  <a:lnTo>
                    <a:pt x="677153" y="126495"/>
                  </a:lnTo>
                  <a:lnTo>
                    <a:pt x="697070" y="141639"/>
                  </a:lnTo>
                  <a:lnTo>
                    <a:pt x="716986" y="157489"/>
                  </a:lnTo>
                  <a:lnTo>
                    <a:pt x="736902" y="174020"/>
                  </a:lnTo>
                  <a:lnTo>
                    <a:pt x="756819" y="191209"/>
                  </a:lnTo>
                  <a:lnTo>
                    <a:pt x="776735" y="209032"/>
                  </a:lnTo>
                  <a:lnTo>
                    <a:pt x="796651" y="227463"/>
                  </a:lnTo>
                  <a:lnTo>
                    <a:pt x="816567" y="246478"/>
                  </a:lnTo>
                  <a:lnTo>
                    <a:pt x="836484" y="266054"/>
                  </a:lnTo>
                  <a:lnTo>
                    <a:pt x="856400" y="286166"/>
                  </a:lnTo>
                  <a:lnTo>
                    <a:pt x="876316" y="306789"/>
                  </a:lnTo>
                  <a:lnTo>
                    <a:pt x="896233" y="327900"/>
                  </a:lnTo>
                  <a:lnTo>
                    <a:pt x="916149" y="349475"/>
                  </a:lnTo>
                  <a:lnTo>
                    <a:pt x="936065" y="371488"/>
                  </a:lnTo>
                  <a:lnTo>
                    <a:pt x="955982" y="393916"/>
                  </a:lnTo>
                  <a:lnTo>
                    <a:pt x="975898" y="416734"/>
                  </a:lnTo>
                  <a:lnTo>
                    <a:pt x="995814" y="439919"/>
                  </a:lnTo>
                  <a:lnTo>
                    <a:pt x="1015730" y="463445"/>
                  </a:lnTo>
                  <a:lnTo>
                    <a:pt x="1035647" y="487289"/>
                  </a:lnTo>
                  <a:lnTo>
                    <a:pt x="1055563" y="511426"/>
                  </a:lnTo>
                  <a:lnTo>
                    <a:pt x="1075479" y="535832"/>
                  </a:lnTo>
                  <a:lnTo>
                    <a:pt x="1095396" y="560483"/>
                  </a:lnTo>
                  <a:lnTo>
                    <a:pt x="1115312" y="585354"/>
                  </a:lnTo>
                  <a:lnTo>
                    <a:pt x="1135228" y="610422"/>
                  </a:lnTo>
                  <a:lnTo>
                    <a:pt x="1155144" y="635662"/>
                  </a:lnTo>
                  <a:lnTo>
                    <a:pt x="1175061" y="661049"/>
                  </a:lnTo>
                  <a:lnTo>
                    <a:pt x="1194977" y="686560"/>
                  </a:lnTo>
                  <a:lnTo>
                    <a:pt x="1214893" y="712169"/>
                  </a:lnTo>
                  <a:lnTo>
                    <a:pt x="1234810" y="737854"/>
                  </a:lnTo>
                  <a:lnTo>
                    <a:pt x="1254726" y="763589"/>
                  </a:lnTo>
                  <a:lnTo>
                    <a:pt x="1274642" y="789351"/>
                  </a:lnTo>
                  <a:lnTo>
                    <a:pt x="1294558" y="815115"/>
                  </a:lnTo>
                  <a:lnTo>
                    <a:pt x="1314475" y="840856"/>
                  </a:lnTo>
                  <a:lnTo>
                    <a:pt x="1334391" y="866551"/>
                  </a:lnTo>
                  <a:lnTo>
                    <a:pt x="1354307" y="892175"/>
                  </a:lnTo>
                  <a:lnTo>
                    <a:pt x="1374224" y="917704"/>
                  </a:lnTo>
                  <a:lnTo>
                    <a:pt x="1394140" y="943114"/>
                  </a:lnTo>
                  <a:lnTo>
                    <a:pt x="1414056" y="968380"/>
                  </a:lnTo>
                  <a:lnTo>
                    <a:pt x="1433973" y="993479"/>
                  </a:lnTo>
                  <a:lnTo>
                    <a:pt x="1453889" y="1018385"/>
                  </a:lnTo>
                  <a:lnTo>
                    <a:pt x="1473805" y="1043075"/>
                  </a:lnTo>
                  <a:lnTo>
                    <a:pt x="1493721" y="1067524"/>
                  </a:lnTo>
                  <a:lnTo>
                    <a:pt x="1513638" y="1091709"/>
                  </a:lnTo>
                  <a:lnTo>
                    <a:pt x="1533554" y="1115604"/>
                  </a:lnTo>
                  <a:lnTo>
                    <a:pt x="1553470" y="1139185"/>
                  </a:lnTo>
                  <a:lnTo>
                    <a:pt x="1573387" y="116242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rc460"/>
            <p:cNvSpPr/>
            <p:nvPr/>
          </p:nvSpPr>
          <p:spPr>
            <a:xfrm>
              <a:off x="3172656" y="1198851"/>
              <a:ext cx="1730725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rc461"/>
            <p:cNvSpPr/>
            <p:nvPr/>
          </p:nvSpPr>
          <p:spPr>
            <a:xfrm>
              <a:off x="1372341" y="983989"/>
              <a:ext cx="1730725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tx462"/>
            <p:cNvSpPr/>
            <p:nvPr/>
          </p:nvSpPr>
          <p:spPr>
            <a:xfrm>
              <a:off x="2107281" y="1048691"/>
              <a:ext cx="26084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ASIR</a:t>
              </a:r>
            </a:p>
          </p:txBody>
        </p:sp>
        <p:sp>
          <p:nvSpPr>
            <p:cNvPr id="464" name="rc463"/>
            <p:cNvSpPr/>
            <p:nvPr/>
          </p:nvSpPr>
          <p:spPr>
            <a:xfrm>
              <a:off x="3172656" y="983989"/>
              <a:ext cx="1730725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tx464"/>
            <p:cNvSpPr/>
            <p:nvPr/>
          </p:nvSpPr>
          <p:spPr>
            <a:xfrm>
              <a:off x="3882766" y="1048691"/>
              <a:ext cx="31050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ASDR</a:t>
              </a:r>
            </a:p>
          </p:txBody>
        </p:sp>
        <p:sp>
          <p:nvSpPr>
            <p:cNvPr id="466" name="pl465"/>
            <p:cNvSpPr/>
            <p:nvPr/>
          </p:nvSpPr>
          <p:spPr>
            <a:xfrm>
              <a:off x="144857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6"/>
            <p:cNvSpPr/>
            <p:nvPr/>
          </p:nvSpPr>
          <p:spPr>
            <a:xfrm>
              <a:off x="195672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7"/>
            <p:cNvSpPr/>
            <p:nvPr/>
          </p:nvSpPr>
          <p:spPr>
            <a:xfrm>
              <a:off x="246487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8"/>
            <p:cNvSpPr/>
            <p:nvPr/>
          </p:nvSpPr>
          <p:spPr>
            <a:xfrm>
              <a:off x="2973028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tx469"/>
            <p:cNvSpPr/>
            <p:nvPr/>
          </p:nvSpPr>
          <p:spPr>
            <a:xfrm>
              <a:off x="1417496" y="60618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1" name="tx470"/>
            <p:cNvSpPr/>
            <p:nvPr/>
          </p:nvSpPr>
          <p:spPr>
            <a:xfrm>
              <a:off x="1894570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72" name="tx471"/>
            <p:cNvSpPr/>
            <p:nvPr/>
          </p:nvSpPr>
          <p:spPr>
            <a:xfrm>
              <a:off x="2371643" y="60618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73" name="tx472"/>
            <p:cNvSpPr/>
            <p:nvPr/>
          </p:nvSpPr>
          <p:spPr>
            <a:xfrm>
              <a:off x="2879795" y="60618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474" name="pl473"/>
            <p:cNvSpPr/>
            <p:nvPr/>
          </p:nvSpPr>
          <p:spPr>
            <a:xfrm>
              <a:off x="3251323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3578651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3905978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423330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456063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8"/>
            <p:cNvSpPr/>
            <p:nvPr/>
          </p:nvSpPr>
          <p:spPr>
            <a:xfrm>
              <a:off x="4887961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tx479"/>
            <p:cNvSpPr/>
            <p:nvPr/>
          </p:nvSpPr>
          <p:spPr>
            <a:xfrm>
              <a:off x="3220245" y="60618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3547573" y="606322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3843823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83" name="tx482"/>
            <p:cNvSpPr/>
            <p:nvPr/>
          </p:nvSpPr>
          <p:spPr>
            <a:xfrm>
              <a:off x="4171151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84" name="tx483"/>
            <p:cNvSpPr/>
            <p:nvPr/>
          </p:nvSpPr>
          <p:spPr>
            <a:xfrm>
              <a:off x="4498478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85" name="tx484"/>
            <p:cNvSpPr/>
            <p:nvPr/>
          </p:nvSpPr>
          <p:spPr>
            <a:xfrm>
              <a:off x="4825806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86" name="tx485"/>
            <p:cNvSpPr/>
            <p:nvPr/>
          </p:nvSpPr>
          <p:spPr>
            <a:xfrm>
              <a:off x="1148183" y="583027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-15</a:t>
              </a:r>
            </a:p>
          </p:txBody>
        </p:sp>
        <p:sp>
          <p:nvSpPr>
            <p:cNvPr id="487" name="tx486"/>
            <p:cNvSpPr/>
            <p:nvPr/>
          </p:nvSpPr>
          <p:spPr>
            <a:xfrm>
              <a:off x="1148183" y="4781072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88" name="tx487"/>
            <p:cNvSpPr/>
            <p:nvPr/>
          </p:nvSpPr>
          <p:spPr>
            <a:xfrm>
              <a:off x="1210339" y="3733294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489" name="tx488"/>
            <p:cNvSpPr/>
            <p:nvPr/>
          </p:nvSpPr>
          <p:spPr>
            <a:xfrm>
              <a:off x="1247555" y="268267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90" name="tx489"/>
            <p:cNvSpPr/>
            <p:nvPr/>
          </p:nvSpPr>
          <p:spPr>
            <a:xfrm>
              <a:off x="1247555" y="163489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91" name="pl490"/>
            <p:cNvSpPr/>
            <p:nvPr/>
          </p:nvSpPr>
          <p:spPr>
            <a:xfrm>
              <a:off x="1337547" y="58719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1"/>
            <p:cNvSpPr/>
            <p:nvPr/>
          </p:nvSpPr>
          <p:spPr>
            <a:xfrm>
              <a:off x="1337547" y="48227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1337547" y="37735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1337547" y="27243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337547" y="16751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tx495"/>
            <p:cNvSpPr/>
            <p:nvPr/>
          </p:nvSpPr>
          <p:spPr>
            <a:xfrm>
              <a:off x="2994239" y="6198400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  <p:sp>
          <p:nvSpPr>
            <p:cNvPr id="497" name="tx496"/>
            <p:cNvSpPr/>
            <p:nvPr/>
          </p:nvSpPr>
          <p:spPr>
            <a:xfrm rot="-5400000">
              <a:off x="842072" y="3548153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sp>
          <p:nvSpPr>
            <p:cNvPr id="498" name="rc497"/>
            <p:cNvSpPr/>
            <p:nvPr/>
          </p:nvSpPr>
          <p:spPr>
            <a:xfrm>
              <a:off x="5042560" y="2922086"/>
              <a:ext cx="1288650" cy="13555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tx498"/>
            <p:cNvSpPr/>
            <p:nvPr/>
          </p:nvSpPr>
          <p:spPr>
            <a:xfrm>
              <a:off x="5112149" y="3002964"/>
              <a:ext cx="893111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Cases in 1990</a:t>
              </a:r>
            </a:p>
          </p:txBody>
        </p:sp>
        <p:sp>
          <p:nvSpPr>
            <p:cNvPr id="500" name="rc499"/>
            <p:cNvSpPr/>
            <p:nvPr/>
          </p:nvSpPr>
          <p:spPr>
            <a:xfrm>
              <a:off x="5112149" y="3190664"/>
              <a:ext cx="359009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5271187" y="3279926"/>
              <a:ext cx="40932" cy="409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5148050" y="3300392"/>
              <a:ext cx="287207" cy="0"/>
            </a:xfrm>
            <a:custGeom>
              <a:avLst/>
              <a:pathLst>
                <a:path w="287207" h="0">
                  <a:moveTo>
                    <a:pt x="0" y="0"/>
                  </a:moveTo>
                  <a:lnTo>
                    <a:pt x="287207" y="0"/>
                  </a:lnTo>
                </a:path>
              </a:pathLst>
            </a:custGeom>
            <a:ln w="3193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rc502"/>
            <p:cNvSpPr/>
            <p:nvPr/>
          </p:nvSpPr>
          <p:spPr>
            <a:xfrm>
              <a:off x="5112149" y="3410120"/>
              <a:ext cx="359009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5265964" y="3494158"/>
              <a:ext cx="51379" cy="513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4"/>
            <p:cNvSpPr/>
            <p:nvPr/>
          </p:nvSpPr>
          <p:spPr>
            <a:xfrm>
              <a:off x="5148050" y="3519848"/>
              <a:ext cx="287207" cy="0"/>
            </a:xfrm>
            <a:custGeom>
              <a:avLst/>
              <a:pathLst>
                <a:path w="287207" h="0">
                  <a:moveTo>
                    <a:pt x="0" y="0"/>
                  </a:moveTo>
                  <a:lnTo>
                    <a:pt x="287207" y="0"/>
                  </a:lnTo>
                </a:path>
              </a:pathLst>
            </a:custGeom>
            <a:ln w="42379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rc505"/>
            <p:cNvSpPr/>
            <p:nvPr/>
          </p:nvSpPr>
          <p:spPr>
            <a:xfrm>
              <a:off x="5112149" y="3629576"/>
              <a:ext cx="35900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5249446" y="3697097"/>
              <a:ext cx="84414" cy="844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7"/>
            <p:cNvSpPr/>
            <p:nvPr/>
          </p:nvSpPr>
          <p:spPr>
            <a:xfrm>
              <a:off x="5148050" y="3739304"/>
              <a:ext cx="287207" cy="0"/>
            </a:xfrm>
            <a:custGeom>
              <a:avLst/>
              <a:pathLst>
                <a:path w="287207" h="0">
                  <a:moveTo>
                    <a:pt x="0" y="0"/>
                  </a:moveTo>
                  <a:lnTo>
                    <a:pt x="287207" y="0"/>
                  </a:lnTo>
                </a:path>
              </a:pathLst>
            </a:custGeom>
            <a:ln w="754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rc508"/>
            <p:cNvSpPr/>
            <p:nvPr/>
          </p:nvSpPr>
          <p:spPr>
            <a:xfrm>
              <a:off x="5112149" y="3849032"/>
              <a:ext cx="359009" cy="35900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5219587" y="3956470"/>
              <a:ext cx="144133" cy="1441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0"/>
            <p:cNvSpPr/>
            <p:nvPr/>
          </p:nvSpPr>
          <p:spPr>
            <a:xfrm>
              <a:off x="5148050" y="4028537"/>
              <a:ext cx="287207" cy="0"/>
            </a:xfrm>
            <a:custGeom>
              <a:avLst/>
              <a:pathLst>
                <a:path w="287207" h="0">
                  <a:moveTo>
                    <a:pt x="0" y="0"/>
                  </a:moveTo>
                  <a:lnTo>
                    <a:pt x="287207" y="0"/>
                  </a:lnTo>
                </a:path>
              </a:pathLst>
            </a:custGeom>
            <a:ln w="13513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1"/>
            <p:cNvSpPr/>
            <p:nvPr/>
          </p:nvSpPr>
          <p:spPr>
            <a:xfrm>
              <a:off x="5540748" y="3258700"/>
              <a:ext cx="25173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&lt;500</a:t>
              </a:r>
            </a:p>
          </p:txBody>
        </p:sp>
        <p:sp>
          <p:nvSpPr>
            <p:cNvPr id="513" name="tx512"/>
            <p:cNvSpPr/>
            <p:nvPr/>
          </p:nvSpPr>
          <p:spPr>
            <a:xfrm>
              <a:off x="5540748" y="3463695"/>
              <a:ext cx="503356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500-1,000</a:t>
              </a:r>
            </a:p>
          </p:txBody>
        </p:sp>
        <p:sp>
          <p:nvSpPr>
            <p:cNvPr id="514" name="tx513"/>
            <p:cNvSpPr/>
            <p:nvPr/>
          </p:nvSpPr>
          <p:spPr>
            <a:xfrm>
              <a:off x="5540748" y="3683151"/>
              <a:ext cx="720873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10,000-50,000</a:t>
              </a:r>
            </a:p>
          </p:txBody>
        </p:sp>
        <p:sp>
          <p:nvSpPr>
            <p:cNvPr id="515" name="tx514"/>
            <p:cNvSpPr/>
            <p:nvPr/>
          </p:nvSpPr>
          <p:spPr>
            <a:xfrm>
              <a:off x="5540748" y="3972384"/>
              <a:ext cx="407094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&gt;50,000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2025-03-25T23:12:25Z</dcterms:modified>
  <cp:category/>
</cp:coreProperties>
</file>