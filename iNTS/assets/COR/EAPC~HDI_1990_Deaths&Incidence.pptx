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72341" y="1198851"/>
              <a:ext cx="1785720" cy="4802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72341" y="5538904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72341" y="4438574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72341" y="3338243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372341" y="2237913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84870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341776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898683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372341" y="4988739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372341" y="3888409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372341" y="2788078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372341" y="1687747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506416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063323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620229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2559372" y="2766065"/>
              <a:ext cx="38178" cy="381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2000328" y="2943643"/>
              <a:ext cx="70299" cy="7029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654949" y="2747086"/>
              <a:ext cx="36372" cy="363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2528642" y="3005880"/>
              <a:ext cx="38378" cy="383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014617" y="2740072"/>
              <a:ext cx="41016" cy="410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2934680" y="2902811"/>
              <a:ext cx="39385" cy="393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2427922" y="2772188"/>
              <a:ext cx="39332" cy="393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835258" y="2638062"/>
              <a:ext cx="37744" cy="377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610177" y="2786824"/>
              <a:ext cx="36811" cy="368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2603196" y="2768429"/>
              <a:ext cx="39634" cy="396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984380" y="2927999"/>
              <a:ext cx="40229" cy="402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2317734" y="2831019"/>
              <a:ext cx="36945" cy="369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757659" y="2496572"/>
              <a:ext cx="65559" cy="655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2258032" y="3295860"/>
              <a:ext cx="39399" cy="3939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2534168" y="2766246"/>
              <a:ext cx="38465" cy="384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2262867" y="3359766"/>
              <a:ext cx="46437" cy="464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668722" y="2770045"/>
              <a:ext cx="36672" cy="366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589356" y="2955095"/>
              <a:ext cx="39469" cy="394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586137" y="2754317"/>
              <a:ext cx="91166" cy="911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532266" y="4043577"/>
              <a:ext cx="54113" cy="5411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2181564" y="3452949"/>
              <a:ext cx="41971" cy="419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2026825" y="3144647"/>
              <a:ext cx="50720" cy="507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969626" y="2924210"/>
              <a:ext cx="81581" cy="815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2972397" y="2851282"/>
              <a:ext cx="41919" cy="419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440695" y="2985205"/>
              <a:ext cx="59044" cy="590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450091" y="3063390"/>
              <a:ext cx="73666" cy="736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754730" y="2730010"/>
              <a:ext cx="42867" cy="4286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464507" y="2898433"/>
              <a:ext cx="44129" cy="4412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2030828" y="3200508"/>
              <a:ext cx="53852" cy="538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612375" y="2724486"/>
              <a:ext cx="37985" cy="379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819866" y="2586198"/>
              <a:ext cx="97079" cy="970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787405" y="2960841"/>
              <a:ext cx="38776" cy="387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438094" y="2712243"/>
              <a:ext cx="41264" cy="412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882918" y="2758235"/>
              <a:ext cx="37097" cy="370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3009128" y="3321659"/>
              <a:ext cx="40855" cy="408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1799115" y="3228257"/>
              <a:ext cx="38337" cy="3833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478061" y="2761038"/>
              <a:ext cx="39298" cy="392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2448978" y="2775523"/>
              <a:ext cx="41772" cy="417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2236082" y="2767938"/>
              <a:ext cx="38746" cy="387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2169757" y="3870592"/>
              <a:ext cx="48876" cy="488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2852070" y="2839980"/>
              <a:ext cx="37535" cy="375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2364528" y="2907502"/>
              <a:ext cx="38032" cy="380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2993659" y="2729393"/>
              <a:ext cx="38379" cy="383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1729365" y="3593170"/>
              <a:ext cx="55318" cy="553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2625331" y="2823720"/>
              <a:ext cx="39918" cy="399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025987" y="2789486"/>
              <a:ext cx="74671" cy="746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2568597" y="2774321"/>
              <a:ext cx="36434" cy="364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2127276" y="2720502"/>
              <a:ext cx="39165" cy="3916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1655749" y="2215372"/>
              <a:ext cx="74461" cy="744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1709242" y="3394052"/>
              <a:ext cx="51012" cy="510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2381472" y="2688555"/>
              <a:ext cx="37559" cy="3755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907298" y="2747520"/>
              <a:ext cx="39164" cy="391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2099702" y="2768178"/>
              <a:ext cx="38622" cy="386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2727993" y="2916197"/>
              <a:ext cx="40648" cy="406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3039075" y="2760218"/>
              <a:ext cx="36651" cy="366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2069409" y="2903316"/>
              <a:ext cx="171607" cy="1716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2316294" y="2822262"/>
              <a:ext cx="89947" cy="899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2225441" y="2799575"/>
              <a:ext cx="48890" cy="488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3007599" y="2916691"/>
              <a:ext cx="38343" cy="383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2872587" y="2600283"/>
              <a:ext cx="46622" cy="4662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2333794" y="2622341"/>
              <a:ext cx="38240" cy="382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2929667" y="2653659"/>
              <a:ext cx="49413" cy="4941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2601598" y="2555268"/>
              <a:ext cx="42831" cy="428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1984164" y="3301488"/>
              <a:ext cx="136042" cy="13604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2120090" y="2721562"/>
              <a:ext cx="36831" cy="368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2081782" y="3095933"/>
              <a:ext cx="46618" cy="466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2782289" y="2750621"/>
              <a:ext cx="37870" cy="378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1821804" y="2977364"/>
              <a:ext cx="48650" cy="4865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1711485" y="2808290"/>
              <a:ext cx="57663" cy="5766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2809970" y="2728069"/>
              <a:ext cx="38197" cy="381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1719222" y="3046728"/>
              <a:ext cx="42190" cy="421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1746137" y="4215142"/>
              <a:ext cx="127585" cy="1275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2590851" y="2874774"/>
              <a:ext cx="47618" cy="476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2470007" y="3111082"/>
              <a:ext cx="38698" cy="386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1482046" y="2489504"/>
              <a:ext cx="93292" cy="932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2913716" y="2767456"/>
              <a:ext cx="36762" cy="367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2404173" y="2960066"/>
              <a:ext cx="36709" cy="3670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2573141" y="2830702"/>
              <a:ext cx="38485" cy="384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2406366" y="2756636"/>
              <a:ext cx="37892" cy="378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2713118" y="2766885"/>
              <a:ext cx="36985" cy="369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2281301" y="3002952"/>
              <a:ext cx="54121" cy="541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1621232" y="4008945"/>
              <a:ext cx="98943" cy="989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2083400" y="3388879"/>
              <a:ext cx="48949" cy="489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2304119" y="2855128"/>
              <a:ext cx="36331" cy="363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2992236" y="2989902"/>
              <a:ext cx="41225" cy="412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2979488" y="2677169"/>
              <a:ext cx="38874" cy="388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2225121" y="2766891"/>
              <a:ext cx="38392" cy="3839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1435160" y="2247225"/>
              <a:ext cx="81254" cy="812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2501145" y="2766705"/>
              <a:ext cx="37681" cy="376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3057150" y="2697053"/>
              <a:ext cx="39485" cy="3948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2607626" y="2777943"/>
              <a:ext cx="36343" cy="363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2637368" y="2738377"/>
              <a:ext cx="38121" cy="381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2405502" y="2789861"/>
              <a:ext cx="39620" cy="396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2472689" y="2780359"/>
              <a:ext cx="44473" cy="444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2282837" y="2973960"/>
              <a:ext cx="73325" cy="733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2808953" y="2764313"/>
              <a:ext cx="45801" cy="458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2669304" y="2743187"/>
              <a:ext cx="41077" cy="410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2641950" y="2944334"/>
              <a:ext cx="56801" cy="568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869253" y="3615450"/>
              <a:ext cx="48426" cy="484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2691171" y="2755020"/>
              <a:ext cx="36326" cy="363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2370840" y="2729418"/>
              <a:ext cx="36546" cy="365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2749674" y="2756429"/>
              <a:ext cx="36271" cy="362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2782405" y="2994863"/>
              <a:ext cx="48775" cy="487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1778849" y="3662816"/>
              <a:ext cx="78870" cy="788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2611598" y="2765792"/>
              <a:ext cx="39539" cy="395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2587864" y="2784470"/>
              <a:ext cx="36884" cy="368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1627447" y="2744922"/>
              <a:ext cx="69805" cy="698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2996561" y="2948435"/>
              <a:ext cx="38144" cy="381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2924441" y="2732036"/>
              <a:ext cx="37587" cy="3758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1944217" y="2870727"/>
              <a:ext cx="37725" cy="377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2356028" y="3278364"/>
              <a:ext cx="88447" cy="884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1429635" y="3209372"/>
              <a:ext cx="47751" cy="4775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2887951" y="2953526"/>
              <a:ext cx="43739" cy="437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1802514" y="2618903"/>
              <a:ext cx="53815" cy="538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2292728" y="2758393"/>
              <a:ext cx="36835" cy="368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3015116" y="2626368"/>
              <a:ext cx="40016" cy="4001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1923583" y="2692598"/>
              <a:ext cx="45579" cy="4557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2258263" y="2772732"/>
              <a:ext cx="38938" cy="389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2577086" y="3068631"/>
              <a:ext cx="69578" cy="6957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2429152" y="2877393"/>
              <a:ext cx="36872" cy="368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2612541" y="2581766"/>
              <a:ext cx="37652" cy="3765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2400571" y="2696896"/>
              <a:ext cx="43912" cy="439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2705300" y="2811080"/>
              <a:ext cx="58190" cy="5819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2433937" y="2773475"/>
              <a:ext cx="38440" cy="384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2192729" y="2937900"/>
              <a:ext cx="36347" cy="363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1872744" y="4613480"/>
              <a:ext cx="74858" cy="748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2471762" y="2764017"/>
              <a:ext cx="46327" cy="463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2965348" y="2711487"/>
              <a:ext cx="39310" cy="393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2379580" y="2855189"/>
              <a:ext cx="41343" cy="413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2083664" y="2766975"/>
              <a:ext cx="37284" cy="372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1549388" y="2996070"/>
              <a:ext cx="53283" cy="5328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1941365" y="3516309"/>
              <a:ext cx="48998" cy="4899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1889234" y="2655173"/>
              <a:ext cx="64155" cy="641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1453510" y="2678414"/>
              <a:ext cx="1623382" cy="594897"/>
            </a:xfrm>
            <a:custGeom>
              <a:avLst/>
              <a:pathLst>
                <a:path w="1623382" h="594897">
                  <a:moveTo>
                    <a:pt x="0" y="137828"/>
                  </a:moveTo>
                  <a:lnTo>
                    <a:pt x="20549" y="159409"/>
                  </a:lnTo>
                  <a:lnTo>
                    <a:pt x="41098" y="179938"/>
                  </a:lnTo>
                  <a:lnTo>
                    <a:pt x="61647" y="199392"/>
                  </a:lnTo>
                  <a:lnTo>
                    <a:pt x="82196" y="217745"/>
                  </a:lnTo>
                  <a:lnTo>
                    <a:pt x="102745" y="234972"/>
                  </a:lnTo>
                  <a:lnTo>
                    <a:pt x="123294" y="251046"/>
                  </a:lnTo>
                  <a:lnTo>
                    <a:pt x="143843" y="265940"/>
                  </a:lnTo>
                  <a:lnTo>
                    <a:pt x="164393" y="279629"/>
                  </a:lnTo>
                  <a:lnTo>
                    <a:pt x="184942" y="292090"/>
                  </a:lnTo>
                  <a:lnTo>
                    <a:pt x="205491" y="303302"/>
                  </a:lnTo>
                  <a:lnTo>
                    <a:pt x="226040" y="313248"/>
                  </a:lnTo>
                  <a:lnTo>
                    <a:pt x="246589" y="321919"/>
                  </a:lnTo>
                  <a:lnTo>
                    <a:pt x="267138" y="329315"/>
                  </a:lnTo>
                  <a:lnTo>
                    <a:pt x="287687" y="335444"/>
                  </a:lnTo>
                  <a:lnTo>
                    <a:pt x="308237" y="340325"/>
                  </a:lnTo>
                  <a:lnTo>
                    <a:pt x="328786" y="343992"/>
                  </a:lnTo>
                  <a:lnTo>
                    <a:pt x="349335" y="346484"/>
                  </a:lnTo>
                  <a:lnTo>
                    <a:pt x="369884" y="347823"/>
                  </a:lnTo>
                  <a:lnTo>
                    <a:pt x="390433" y="347988"/>
                  </a:lnTo>
                  <a:lnTo>
                    <a:pt x="410982" y="347090"/>
                  </a:lnTo>
                  <a:lnTo>
                    <a:pt x="431531" y="345243"/>
                  </a:lnTo>
                  <a:lnTo>
                    <a:pt x="452081" y="342554"/>
                  </a:lnTo>
                  <a:lnTo>
                    <a:pt x="472630" y="339126"/>
                  </a:lnTo>
                  <a:lnTo>
                    <a:pt x="493179" y="335056"/>
                  </a:lnTo>
                  <a:lnTo>
                    <a:pt x="513728" y="330436"/>
                  </a:lnTo>
                  <a:lnTo>
                    <a:pt x="534277" y="325355"/>
                  </a:lnTo>
                  <a:lnTo>
                    <a:pt x="554826" y="319900"/>
                  </a:lnTo>
                  <a:lnTo>
                    <a:pt x="575375" y="314152"/>
                  </a:lnTo>
                  <a:lnTo>
                    <a:pt x="595925" y="308193"/>
                  </a:lnTo>
                  <a:lnTo>
                    <a:pt x="616474" y="301824"/>
                  </a:lnTo>
                  <a:lnTo>
                    <a:pt x="637023" y="294032"/>
                  </a:lnTo>
                  <a:lnTo>
                    <a:pt x="657572" y="284888"/>
                  </a:lnTo>
                  <a:lnTo>
                    <a:pt x="678121" y="274576"/>
                  </a:lnTo>
                  <a:lnTo>
                    <a:pt x="698670" y="263289"/>
                  </a:lnTo>
                  <a:lnTo>
                    <a:pt x="719219" y="251253"/>
                  </a:lnTo>
                  <a:lnTo>
                    <a:pt x="739769" y="238737"/>
                  </a:lnTo>
                  <a:lnTo>
                    <a:pt x="760318" y="226072"/>
                  </a:lnTo>
                  <a:lnTo>
                    <a:pt x="780867" y="213646"/>
                  </a:lnTo>
                  <a:lnTo>
                    <a:pt x="801416" y="201897"/>
                  </a:lnTo>
                  <a:lnTo>
                    <a:pt x="821965" y="191302"/>
                  </a:lnTo>
                  <a:lnTo>
                    <a:pt x="842514" y="182134"/>
                  </a:lnTo>
                  <a:lnTo>
                    <a:pt x="863063" y="173242"/>
                  </a:lnTo>
                  <a:lnTo>
                    <a:pt x="883613" y="164233"/>
                  </a:lnTo>
                  <a:lnTo>
                    <a:pt x="904162" y="155013"/>
                  </a:lnTo>
                  <a:lnTo>
                    <a:pt x="924711" y="145714"/>
                  </a:lnTo>
                  <a:lnTo>
                    <a:pt x="945260" y="136762"/>
                  </a:lnTo>
                  <a:lnTo>
                    <a:pt x="965809" y="128823"/>
                  </a:lnTo>
                  <a:lnTo>
                    <a:pt x="986358" y="122130"/>
                  </a:lnTo>
                  <a:lnTo>
                    <a:pt x="1006907" y="115686"/>
                  </a:lnTo>
                  <a:lnTo>
                    <a:pt x="1027457" y="109462"/>
                  </a:lnTo>
                  <a:lnTo>
                    <a:pt x="1048006" y="103510"/>
                  </a:lnTo>
                  <a:lnTo>
                    <a:pt x="1068555" y="97889"/>
                  </a:lnTo>
                  <a:lnTo>
                    <a:pt x="1089104" y="92672"/>
                  </a:lnTo>
                  <a:lnTo>
                    <a:pt x="1109653" y="87936"/>
                  </a:lnTo>
                  <a:lnTo>
                    <a:pt x="1130202" y="83767"/>
                  </a:lnTo>
                  <a:lnTo>
                    <a:pt x="1150751" y="80244"/>
                  </a:lnTo>
                  <a:lnTo>
                    <a:pt x="1171301" y="77100"/>
                  </a:lnTo>
                  <a:lnTo>
                    <a:pt x="1191850" y="73975"/>
                  </a:lnTo>
                  <a:lnTo>
                    <a:pt x="1212399" y="71052"/>
                  </a:lnTo>
                  <a:lnTo>
                    <a:pt x="1232948" y="68509"/>
                  </a:lnTo>
                  <a:lnTo>
                    <a:pt x="1253497" y="66318"/>
                  </a:lnTo>
                  <a:lnTo>
                    <a:pt x="1274046" y="64152"/>
                  </a:lnTo>
                  <a:lnTo>
                    <a:pt x="1294595" y="61944"/>
                  </a:lnTo>
                  <a:lnTo>
                    <a:pt x="1315145" y="59638"/>
                  </a:lnTo>
                  <a:lnTo>
                    <a:pt x="1335694" y="57181"/>
                  </a:lnTo>
                  <a:lnTo>
                    <a:pt x="1356243" y="54532"/>
                  </a:lnTo>
                  <a:lnTo>
                    <a:pt x="1376792" y="51656"/>
                  </a:lnTo>
                  <a:lnTo>
                    <a:pt x="1397341" y="48535"/>
                  </a:lnTo>
                  <a:lnTo>
                    <a:pt x="1417890" y="45157"/>
                  </a:lnTo>
                  <a:lnTo>
                    <a:pt x="1438439" y="41523"/>
                  </a:lnTo>
                  <a:lnTo>
                    <a:pt x="1458989" y="37643"/>
                  </a:lnTo>
                  <a:lnTo>
                    <a:pt x="1479538" y="33531"/>
                  </a:lnTo>
                  <a:lnTo>
                    <a:pt x="1500087" y="29252"/>
                  </a:lnTo>
                  <a:lnTo>
                    <a:pt x="1520636" y="24831"/>
                  </a:lnTo>
                  <a:lnTo>
                    <a:pt x="1541185" y="20241"/>
                  </a:lnTo>
                  <a:lnTo>
                    <a:pt x="1561734" y="15467"/>
                  </a:lnTo>
                  <a:lnTo>
                    <a:pt x="1582283" y="10502"/>
                  </a:lnTo>
                  <a:lnTo>
                    <a:pt x="1602833" y="5345"/>
                  </a:lnTo>
                  <a:lnTo>
                    <a:pt x="1623382" y="0"/>
                  </a:lnTo>
                  <a:lnTo>
                    <a:pt x="1623382" y="338267"/>
                  </a:lnTo>
                  <a:lnTo>
                    <a:pt x="1602833" y="322627"/>
                  </a:lnTo>
                  <a:lnTo>
                    <a:pt x="1582283" y="307830"/>
                  </a:lnTo>
                  <a:lnTo>
                    <a:pt x="1561734" y="293958"/>
                  </a:lnTo>
                  <a:lnTo>
                    <a:pt x="1541185" y="281089"/>
                  </a:lnTo>
                  <a:lnTo>
                    <a:pt x="1520636" y="269295"/>
                  </a:lnTo>
                  <a:lnTo>
                    <a:pt x="1500087" y="258640"/>
                  </a:lnTo>
                  <a:lnTo>
                    <a:pt x="1479538" y="249177"/>
                  </a:lnTo>
                  <a:lnTo>
                    <a:pt x="1458989" y="240880"/>
                  </a:lnTo>
                  <a:lnTo>
                    <a:pt x="1438439" y="233682"/>
                  </a:lnTo>
                  <a:lnTo>
                    <a:pt x="1417890" y="227583"/>
                  </a:lnTo>
                  <a:lnTo>
                    <a:pt x="1397341" y="222577"/>
                  </a:lnTo>
                  <a:lnTo>
                    <a:pt x="1376792" y="218651"/>
                  </a:lnTo>
                  <a:lnTo>
                    <a:pt x="1356243" y="215779"/>
                  </a:lnTo>
                  <a:lnTo>
                    <a:pt x="1335694" y="213927"/>
                  </a:lnTo>
                  <a:lnTo>
                    <a:pt x="1315145" y="213047"/>
                  </a:lnTo>
                  <a:lnTo>
                    <a:pt x="1294595" y="213082"/>
                  </a:lnTo>
                  <a:lnTo>
                    <a:pt x="1274046" y="213966"/>
                  </a:lnTo>
                  <a:lnTo>
                    <a:pt x="1253497" y="215627"/>
                  </a:lnTo>
                  <a:lnTo>
                    <a:pt x="1232948" y="217994"/>
                  </a:lnTo>
                  <a:lnTo>
                    <a:pt x="1212399" y="221115"/>
                  </a:lnTo>
                  <a:lnTo>
                    <a:pt x="1191850" y="224906"/>
                  </a:lnTo>
                  <a:lnTo>
                    <a:pt x="1171301" y="229201"/>
                  </a:lnTo>
                  <a:lnTo>
                    <a:pt x="1150751" y="233840"/>
                  </a:lnTo>
                  <a:lnTo>
                    <a:pt x="1130202" y="238922"/>
                  </a:lnTo>
                  <a:lnTo>
                    <a:pt x="1109653" y="244530"/>
                  </a:lnTo>
                  <a:lnTo>
                    <a:pt x="1089104" y="250604"/>
                  </a:lnTo>
                  <a:lnTo>
                    <a:pt x="1068555" y="257087"/>
                  </a:lnTo>
                  <a:lnTo>
                    <a:pt x="1048006" y="263916"/>
                  </a:lnTo>
                  <a:lnTo>
                    <a:pt x="1027457" y="271022"/>
                  </a:lnTo>
                  <a:lnTo>
                    <a:pt x="1006907" y="278322"/>
                  </a:lnTo>
                  <a:lnTo>
                    <a:pt x="986358" y="285727"/>
                  </a:lnTo>
                  <a:lnTo>
                    <a:pt x="965809" y="293215"/>
                  </a:lnTo>
                  <a:lnTo>
                    <a:pt x="945260" y="301894"/>
                  </a:lnTo>
                  <a:lnTo>
                    <a:pt x="924711" y="312051"/>
                  </a:lnTo>
                  <a:lnTo>
                    <a:pt x="904162" y="323466"/>
                  </a:lnTo>
                  <a:lnTo>
                    <a:pt x="883613" y="335686"/>
                  </a:lnTo>
                  <a:lnTo>
                    <a:pt x="863063" y="347959"/>
                  </a:lnTo>
                  <a:lnTo>
                    <a:pt x="842514" y="359308"/>
                  </a:lnTo>
                  <a:lnTo>
                    <a:pt x="821965" y="369192"/>
                  </a:lnTo>
                  <a:lnTo>
                    <a:pt x="801416" y="379782"/>
                  </a:lnTo>
                  <a:lnTo>
                    <a:pt x="780867" y="391320"/>
                  </a:lnTo>
                  <a:lnTo>
                    <a:pt x="760318" y="403616"/>
                  </a:lnTo>
                  <a:lnTo>
                    <a:pt x="739769" y="416441"/>
                  </a:lnTo>
                  <a:lnTo>
                    <a:pt x="719219" y="429519"/>
                  </a:lnTo>
                  <a:lnTo>
                    <a:pt x="698670" y="442511"/>
                  </a:lnTo>
                  <a:lnTo>
                    <a:pt x="678121" y="455022"/>
                  </a:lnTo>
                  <a:lnTo>
                    <a:pt x="657572" y="466611"/>
                  </a:lnTo>
                  <a:lnTo>
                    <a:pt x="637023" y="476803"/>
                  </a:lnTo>
                  <a:lnTo>
                    <a:pt x="616474" y="485118"/>
                  </a:lnTo>
                  <a:lnTo>
                    <a:pt x="595925" y="491299"/>
                  </a:lnTo>
                  <a:lnTo>
                    <a:pt x="575375" y="496919"/>
                  </a:lnTo>
                  <a:lnTo>
                    <a:pt x="554826" y="502369"/>
                  </a:lnTo>
                  <a:lnTo>
                    <a:pt x="534277" y="507614"/>
                  </a:lnTo>
                  <a:lnTo>
                    <a:pt x="513728" y="512622"/>
                  </a:lnTo>
                  <a:lnTo>
                    <a:pt x="493179" y="517365"/>
                  </a:lnTo>
                  <a:lnTo>
                    <a:pt x="472630" y="521817"/>
                  </a:lnTo>
                  <a:lnTo>
                    <a:pt x="452081" y="525957"/>
                  </a:lnTo>
                  <a:lnTo>
                    <a:pt x="431531" y="529766"/>
                  </a:lnTo>
                  <a:lnTo>
                    <a:pt x="410982" y="533232"/>
                  </a:lnTo>
                  <a:lnTo>
                    <a:pt x="390433" y="536349"/>
                  </a:lnTo>
                  <a:lnTo>
                    <a:pt x="369884" y="539116"/>
                  </a:lnTo>
                  <a:lnTo>
                    <a:pt x="349335" y="541553"/>
                  </a:lnTo>
                  <a:lnTo>
                    <a:pt x="328786" y="543859"/>
                  </a:lnTo>
                  <a:lnTo>
                    <a:pt x="308237" y="546145"/>
                  </a:lnTo>
                  <a:lnTo>
                    <a:pt x="287687" y="548470"/>
                  </a:lnTo>
                  <a:lnTo>
                    <a:pt x="267138" y="550878"/>
                  </a:lnTo>
                  <a:lnTo>
                    <a:pt x="246589" y="553405"/>
                  </a:lnTo>
                  <a:lnTo>
                    <a:pt x="226040" y="556074"/>
                  </a:lnTo>
                  <a:lnTo>
                    <a:pt x="205491" y="558899"/>
                  </a:lnTo>
                  <a:lnTo>
                    <a:pt x="184942" y="561886"/>
                  </a:lnTo>
                  <a:lnTo>
                    <a:pt x="164393" y="565033"/>
                  </a:lnTo>
                  <a:lnTo>
                    <a:pt x="143843" y="568335"/>
                  </a:lnTo>
                  <a:lnTo>
                    <a:pt x="123294" y="571782"/>
                  </a:lnTo>
                  <a:lnTo>
                    <a:pt x="102745" y="575363"/>
                  </a:lnTo>
                  <a:lnTo>
                    <a:pt x="82196" y="579068"/>
                  </a:lnTo>
                  <a:lnTo>
                    <a:pt x="61647" y="582885"/>
                  </a:lnTo>
                  <a:lnTo>
                    <a:pt x="41098" y="586802"/>
                  </a:lnTo>
                  <a:lnTo>
                    <a:pt x="20549" y="590809"/>
                  </a:lnTo>
                  <a:lnTo>
                    <a:pt x="0" y="59489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1453510" y="2678414"/>
              <a:ext cx="1623382" cy="347988"/>
            </a:xfrm>
            <a:custGeom>
              <a:avLst/>
              <a:pathLst>
                <a:path w="1623382" h="347988">
                  <a:moveTo>
                    <a:pt x="0" y="137828"/>
                  </a:moveTo>
                  <a:lnTo>
                    <a:pt x="20549" y="159409"/>
                  </a:lnTo>
                  <a:lnTo>
                    <a:pt x="41098" y="179938"/>
                  </a:lnTo>
                  <a:lnTo>
                    <a:pt x="61647" y="199392"/>
                  </a:lnTo>
                  <a:lnTo>
                    <a:pt x="82196" y="217745"/>
                  </a:lnTo>
                  <a:lnTo>
                    <a:pt x="102745" y="234972"/>
                  </a:lnTo>
                  <a:lnTo>
                    <a:pt x="123294" y="251046"/>
                  </a:lnTo>
                  <a:lnTo>
                    <a:pt x="143843" y="265940"/>
                  </a:lnTo>
                  <a:lnTo>
                    <a:pt x="164393" y="279629"/>
                  </a:lnTo>
                  <a:lnTo>
                    <a:pt x="184942" y="292090"/>
                  </a:lnTo>
                  <a:lnTo>
                    <a:pt x="205491" y="303302"/>
                  </a:lnTo>
                  <a:lnTo>
                    <a:pt x="226040" y="313248"/>
                  </a:lnTo>
                  <a:lnTo>
                    <a:pt x="246589" y="321919"/>
                  </a:lnTo>
                  <a:lnTo>
                    <a:pt x="267138" y="329315"/>
                  </a:lnTo>
                  <a:lnTo>
                    <a:pt x="287687" y="335444"/>
                  </a:lnTo>
                  <a:lnTo>
                    <a:pt x="308237" y="340325"/>
                  </a:lnTo>
                  <a:lnTo>
                    <a:pt x="328786" y="343992"/>
                  </a:lnTo>
                  <a:lnTo>
                    <a:pt x="349335" y="346484"/>
                  </a:lnTo>
                  <a:lnTo>
                    <a:pt x="369884" y="347823"/>
                  </a:lnTo>
                  <a:lnTo>
                    <a:pt x="390433" y="347988"/>
                  </a:lnTo>
                  <a:lnTo>
                    <a:pt x="410982" y="347090"/>
                  </a:lnTo>
                  <a:lnTo>
                    <a:pt x="431531" y="345243"/>
                  </a:lnTo>
                  <a:lnTo>
                    <a:pt x="452081" y="342554"/>
                  </a:lnTo>
                  <a:lnTo>
                    <a:pt x="472630" y="339126"/>
                  </a:lnTo>
                  <a:lnTo>
                    <a:pt x="493179" y="335056"/>
                  </a:lnTo>
                  <a:lnTo>
                    <a:pt x="513728" y="330436"/>
                  </a:lnTo>
                  <a:lnTo>
                    <a:pt x="534277" y="325355"/>
                  </a:lnTo>
                  <a:lnTo>
                    <a:pt x="554826" y="319900"/>
                  </a:lnTo>
                  <a:lnTo>
                    <a:pt x="575375" y="314152"/>
                  </a:lnTo>
                  <a:lnTo>
                    <a:pt x="595925" y="308193"/>
                  </a:lnTo>
                  <a:lnTo>
                    <a:pt x="616474" y="301824"/>
                  </a:lnTo>
                  <a:lnTo>
                    <a:pt x="637023" y="294032"/>
                  </a:lnTo>
                  <a:lnTo>
                    <a:pt x="657572" y="284888"/>
                  </a:lnTo>
                  <a:lnTo>
                    <a:pt x="678121" y="274576"/>
                  </a:lnTo>
                  <a:lnTo>
                    <a:pt x="698670" y="263289"/>
                  </a:lnTo>
                  <a:lnTo>
                    <a:pt x="719219" y="251253"/>
                  </a:lnTo>
                  <a:lnTo>
                    <a:pt x="739769" y="238737"/>
                  </a:lnTo>
                  <a:lnTo>
                    <a:pt x="760318" y="226072"/>
                  </a:lnTo>
                  <a:lnTo>
                    <a:pt x="780867" y="213646"/>
                  </a:lnTo>
                  <a:lnTo>
                    <a:pt x="801416" y="201897"/>
                  </a:lnTo>
                  <a:lnTo>
                    <a:pt x="821965" y="191302"/>
                  </a:lnTo>
                  <a:lnTo>
                    <a:pt x="842514" y="182134"/>
                  </a:lnTo>
                  <a:lnTo>
                    <a:pt x="863063" y="173242"/>
                  </a:lnTo>
                  <a:lnTo>
                    <a:pt x="883613" y="164233"/>
                  </a:lnTo>
                  <a:lnTo>
                    <a:pt x="904162" y="155013"/>
                  </a:lnTo>
                  <a:lnTo>
                    <a:pt x="924711" y="145714"/>
                  </a:lnTo>
                  <a:lnTo>
                    <a:pt x="945260" y="136762"/>
                  </a:lnTo>
                  <a:lnTo>
                    <a:pt x="965809" y="128823"/>
                  </a:lnTo>
                  <a:lnTo>
                    <a:pt x="986358" y="122130"/>
                  </a:lnTo>
                  <a:lnTo>
                    <a:pt x="1006907" y="115686"/>
                  </a:lnTo>
                  <a:lnTo>
                    <a:pt x="1027457" y="109462"/>
                  </a:lnTo>
                  <a:lnTo>
                    <a:pt x="1048006" y="103510"/>
                  </a:lnTo>
                  <a:lnTo>
                    <a:pt x="1068555" y="97889"/>
                  </a:lnTo>
                  <a:lnTo>
                    <a:pt x="1089104" y="92672"/>
                  </a:lnTo>
                  <a:lnTo>
                    <a:pt x="1109653" y="87936"/>
                  </a:lnTo>
                  <a:lnTo>
                    <a:pt x="1130202" y="83767"/>
                  </a:lnTo>
                  <a:lnTo>
                    <a:pt x="1150751" y="80244"/>
                  </a:lnTo>
                  <a:lnTo>
                    <a:pt x="1171301" y="77100"/>
                  </a:lnTo>
                  <a:lnTo>
                    <a:pt x="1191850" y="73975"/>
                  </a:lnTo>
                  <a:lnTo>
                    <a:pt x="1212399" y="71052"/>
                  </a:lnTo>
                  <a:lnTo>
                    <a:pt x="1232948" y="68509"/>
                  </a:lnTo>
                  <a:lnTo>
                    <a:pt x="1253497" y="66318"/>
                  </a:lnTo>
                  <a:lnTo>
                    <a:pt x="1274046" y="64152"/>
                  </a:lnTo>
                  <a:lnTo>
                    <a:pt x="1294595" y="61944"/>
                  </a:lnTo>
                  <a:lnTo>
                    <a:pt x="1315145" y="59638"/>
                  </a:lnTo>
                  <a:lnTo>
                    <a:pt x="1335694" y="57181"/>
                  </a:lnTo>
                  <a:lnTo>
                    <a:pt x="1356243" y="54532"/>
                  </a:lnTo>
                  <a:lnTo>
                    <a:pt x="1376792" y="51656"/>
                  </a:lnTo>
                  <a:lnTo>
                    <a:pt x="1397341" y="48535"/>
                  </a:lnTo>
                  <a:lnTo>
                    <a:pt x="1417890" y="45157"/>
                  </a:lnTo>
                  <a:lnTo>
                    <a:pt x="1438439" y="41523"/>
                  </a:lnTo>
                  <a:lnTo>
                    <a:pt x="1458989" y="37643"/>
                  </a:lnTo>
                  <a:lnTo>
                    <a:pt x="1479538" y="33531"/>
                  </a:lnTo>
                  <a:lnTo>
                    <a:pt x="1500087" y="29252"/>
                  </a:lnTo>
                  <a:lnTo>
                    <a:pt x="1520636" y="24831"/>
                  </a:lnTo>
                  <a:lnTo>
                    <a:pt x="1541185" y="20241"/>
                  </a:lnTo>
                  <a:lnTo>
                    <a:pt x="1561734" y="15467"/>
                  </a:lnTo>
                  <a:lnTo>
                    <a:pt x="1582283" y="10502"/>
                  </a:lnTo>
                  <a:lnTo>
                    <a:pt x="1602833" y="5345"/>
                  </a:lnTo>
                  <a:lnTo>
                    <a:pt x="162338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1453510" y="2891461"/>
              <a:ext cx="1623382" cy="381849"/>
            </a:xfrm>
            <a:custGeom>
              <a:avLst/>
              <a:pathLst>
                <a:path w="1623382" h="381849">
                  <a:moveTo>
                    <a:pt x="1623382" y="125219"/>
                  </a:moveTo>
                  <a:lnTo>
                    <a:pt x="1602833" y="109579"/>
                  </a:lnTo>
                  <a:lnTo>
                    <a:pt x="1582283" y="94782"/>
                  </a:lnTo>
                  <a:lnTo>
                    <a:pt x="1561734" y="80910"/>
                  </a:lnTo>
                  <a:lnTo>
                    <a:pt x="1541185" y="68041"/>
                  </a:lnTo>
                  <a:lnTo>
                    <a:pt x="1520636" y="56247"/>
                  </a:lnTo>
                  <a:lnTo>
                    <a:pt x="1500087" y="45592"/>
                  </a:lnTo>
                  <a:lnTo>
                    <a:pt x="1479538" y="36129"/>
                  </a:lnTo>
                  <a:lnTo>
                    <a:pt x="1458989" y="27832"/>
                  </a:lnTo>
                  <a:lnTo>
                    <a:pt x="1438439" y="20634"/>
                  </a:lnTo>
                  <a:lnTo>
                    <a:pt x="1417890" y="14536"/>
                  </a:lnTo>
                  <a:lnTo>
                    <a:pt x="1397341" y="9530"/>
                  </a:lnTo>
                  <a:lnTo>
                    <a:pt x="1376792" y="5603"/>
                  </a:lnTo>
                  <a:lnTo>
                    <a:pt x="1356243" y="2731"/>
                  </a:lnTo>
                  <a:lnTo>
                    <a:pt x="1335694" y="879"/>
                  </a:lnTo>
                  <a:lnTo>
                    <a:pt x="1315145" y="0"/>
                  </a:lnTo>
                  <a:lnTo>
                    <a:pt x="1294595" y="35"/>
                  </a:lnTo>
                  <a:lnTo>
                    <a:pt x="1274046" y="919"/>
                  </a:lnTo>
                  <a:lnTo>
                    <a:pt x="1253497" y="2579"/>
                  </a:lnTo>
                  <a:lnTo>
                    <a:pt x="1232948" y="4947"/>
                  </a:lnTo>
                  <a:lnTo>
                    <a:pt x="1212399" y="8068"/>
                  </a:lnTo>
                  <a:lnTo>
                    <a:pt x="1191850" y="11858"/>
                  </a:lnTo>
                  <a:lnTo>
                    <a:pt x="1171301" y="16153"/>
                  </a:lnTo>
                  <a:lnTo>
                    <a:pt x="1150751" y="20792"/>
                  </a:lnTo>
                  <a:lnTo>
                    <a:pt x="1130202" y="25874"/>
                  </a:lnTo>
                  <a:lnTo>
                    <a:pt x="1109653" y="31482"/>
                  </a:lnTo>
                  <a:lnTo>
                    <a:pt x="1089104" y="37556"/>
                  </a:lnTo>
                  <a:lnTo>
                    <a:pt x="1068555" y="44039"/>
                  </a:lnTo>
                  <a:lnTo>
                    <a:pt x="1048006" y="50869"/>
                  </a:lnTo>
                  <a:lnTo>
                    <a:pt x="1027457" y="57974"/>
                  </a:lnTo>
                  <a:lnTo>
                    <a:pt x="1006907" y="65274"/>
                  </a:lnTo>
                  <a:lnTo>
                    <a:pt x="986358" y="72679"/>
                  </a:lnTo>
                  <a:lnTo>
                    <a:pt x="965809" y="80168"/>
                  </a:lnTo>
                  <a:lnTo>
                    <a:pt x="945260" y="88847"/>
                  </a:lnTo>
                  <a:lnTo>
                    <a:pt x="924711" y="99003"/>
                  </a:lnTo>
                  <a:lnTo>
                    <a:pt x="904162" y="110419"/>
                  </a:lnTo>
                  <a:lnTo>
                    <a:pt x="883613" y="122638"/>
                  </a:lnTo>
                  <a:lnTo>
                    <a:pt x="863063" y="134911"/>
                  </a:lnTo>
                  <a:lnTo>
                    <a:pt x="842514" y="146261"/>
                  </a:lnTo>
                  <a:lnTo>
                    <a:pt x="821965" y="156144"/>
                  </a:lnTo>
                  <a:lnTo>
                    <a:pt x="801416" y="166735"/>
                  </a:lnTo>
                  <a:lnTo>
                    <a:pt x="780867" y="178273"/>
                  </a:lnTo>
                  <a:lnTo>
                    <a:pt x="760318" y="190568"/>
                  </a:lnTo>
                  <a:lnTo>
                    <a:pt x="739769" y="203393"/>
                  </a:lnTo>
                  <a:lnTo>
                    <a:pt x="719219" y="216471"/>
                  </a:lnTo>
                  <a:lnTo>
                    <a:pt x="698670" y="229463"/>
                  </a:lnTo>
                  <a:lnTo>
                    <a:pt x="678121" y="241975"/>
                  </a:lnTo>
                  <a:lnTo>
                    <a:pt x="657572" y="253563"/>
                  </a:lnTo>
                  <a:lnTo>
                    <a:pt x="637023" y="263755"/>
                  </a:lnTo>
                  <a:lnTo>
                    <a:pt x="616474" y="272070"/>
                  </a:lnTo>
                  <a:lnTo>
                    <a:pt x="595925" y="278251"/>
                  </a:lnTo>
                  <a:lnTo>
                    <a:pt x="575375" y="283871"/>
                  </a:lnTo>
                  <a:lnTo>
                    <a:pt x="554826" y="289321"/>
                  </a:lnTo>
                  <a:lnTo>
                    <a:pt x="534277" y="294566"/>
                  </a:lnTo>
                  <a:lnTo>
                    <a:pt x="513728" y="299574"/>
                  </a:lnTo>
                  <a:lnTo>
                    <a:pt x="493179" y="304318"/>
                  </a:lnTo>
                  <a:lnTo>
                    <a:pt x="472630" y="308770"/>
                  </a:lnTo>
                  <a:lnTo>
                    <a:pt x="452081" y="312909"/>
                  </a:lnTo>
                  <a:lnTo>
                    <a:pt x="431531" y="316718"/>
                  </a:lnTo>
                  <a:lnTo>
                    <a:pt x="410982" y="320184"/>
                  </a:lnTo>
                  <a:lnTo>
                    <a:pt x="390433" y="323301"/>
                  </a:lnTo>
                  <a:lnTo>
                    <a:pt x="369884" y="326068"/>
                  </a:lnTo>
                  <a:lnTo>
                    <a:pt x="349335" y="328505"/>
                  </a:lnTo>
                  <a:lnTo>
                    <a:pt x="328786" y="330811"/>
                  </a:lnTo>
                  <a:lnTo>
                    <a:pt x="308237" y="333098"/>
                  </a:lnTo>
                  <a:lnTo>
                    <a:pt x="287687" y="335422"/>
                  </a:lnTo>
                  <a:lnTo>
                    <a:pt x="267138" y="337830"/>
                  </a:lnTo>
                  <a:lnTo>
                    <a:pt x="246589" y="340357"/>
                  </a:lnTo>
                  <a:lnTo>
                    <a:pt x="226040" y="343026"/>
                  </a:lnTo>
                  <a:lnTo>
                    <a:pt x="205491" y="345852"/>
                  </a:lnTo>
                  <a:lnTo>
                    <a:pt x="184942" y="348838"/>
                  </a:lnTo>
                  <a:lnTo>
                    <a:pt x="164393" y="351985"/>
                  </a:lnTo>
                  <a:lnTo>
                    <a:pt x="143843" y="355287"/>
                  </a:lnTo>
                  <a:lnTo>
                    <a:pt x="123294" y="358734"/>
                  </a:lnTo>
                  <a:lnTo>
                    <a:pt x="102745" y="362316"/>
                  </a:lnTo>
                  <a:lnTo>
                    <a:pt x="82196" y="366021"/>
                  </a:lnTo>
                  <a:lnTo>
                    <a:pt x="61647" y="369837"/>
                  </a:lnTo>
                  <a:lnTo>
                    <a:pt x="41098" y="373754"/>
                  </a:lnTo>
                  <a:lnTo>
                    <a:pt x="20549" y="377761"/>
                  </a:lnTo>
                  <a:lnTo>
                    <a:pt x="0" y="3818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1453510" y="2813568"/>
              <a:ext cx="1623382" cy="308865"/>
            </a:xfrm>
            <a:custGeom>
              <a:avLst/>
              <a:pathLst>
                <a:path w="1623382" h="308865">
                  <a:moveTo>
                    <a:pt x="0" y="231208"/>
                  </a:moveTo>
                  <a:lnTo>
                    <a:pt x="20549" y="239955"/>
                  </a:lnTo>
                  <a:lnTo>
                    <a:pt x="41098" y="248216"/>
                  </a:lnTo>
                  <a:lnTo>
                    <a:pt x="61647" y="255984"/>
                  </a:lnTo>
                  <a:lnTo>
                    <a:pt x="82196" y="263253"/>
                  </a:lnTo>
                  <a:lnTo>
                    <a:pt x="102745" y="270014"/>
                  </a:lnTo>
                  <a:lnTo>
                    <a:pt x="123294" y="276260"/>
                  </a:lnTo>
                  <a:lnTo>
                    <a:pt x="143843" y="281983"/>
                  </a:lnTo>
                  <a:lnTo>
                    <a:pt x="164393" y="287177"/>
                  </a:lnTo>
                  <a:lnTo>
                    <a:pt x="184942" y="291834"/>
                  </a:lnTo>
                  <a:lnTo>
                    <a:pt x="205491" y="295946"/>
                  </a:lnTo>
                  <a:lnTo>
                    <a:pt x="226040" y="299507"/>
                  </a:lnTo>
                  <a:lnTo>
                    <a:pt x="246589" y="302508"/>
                  </a:lnTo>
                  <a:lnTo>
                    <a:pt x="267138" y="304942"/>
                  </a:lnTo>
                  <a:lnTo>
                    <a:pt x="287687" y="306803"/>
                  </a:lnTo>
                  <a:lnTo>
                    <a:pt x="308237" y="308081"/>
                  </a:lnTo>
                  <a:lnTo>
                    <a:pt x="328786" y="308771"/>
                  </a:lnTo>
                  <a:lnTo>
                    <a:pt x="349335" y="308865"/>
                  </a:lnTo>
                  <a:lnTo>
                    <a:pt x="369884" y="308315"/>
                  </a:lnTo>
                  <a:lnTo>
                    <a:pt x="390433" y="307015"/>
                  </a:lnTo>
                  <a:lnTo>
                    <a:pt x="410982" y="305007"/>
                  </a:lnTo>
                  <a:lnTo>
                    <a:pt x="431531" y="302350"/>
                  </a:lnTo>
                  <a:lnTo>
                    <a:pt x="452081" y="299101"/>
                  </a:lnTo>
                  <a:lnTo>
                    <a:pt x="472630" y="295318"/>
                  </a:lnTo>
                  <a:lnTo>
                    <a:pt x="493179" y="291056"/>
                  </a:lnTo>
                  <a:lnTo>
                    <a:pt x="513728" y="286375"/>
                  </a:lnTo>
                  <a:lnTo>
                    <a:pt x="534277" y="281330"/>
                  </a:lnTo>
                  <a:lnTo>
                    <a:pt x="554826" y="275980"/>
                  </a:lnTo>
                  <a:lnTo>
                    <a:pt x="575375" y="270382"/>
                  </a:lnTo>
                  <a:lnTo>
                    <a:pt x="595925" y="264592"/>
                  </a:lnTo>
                  <a:lnTo>
                    <a:pt x="616474" y="258317"/>
                  </a:lnTo>
                  <a:lnTo>
                    <a:pt x="637023" y="250264"/>
                  </a:lnTo>
                  <a:lnTo>
                    <a:pt x="657572" y="240595"/>
                  </a:lnTo>
                  <a:lnTo>
                    <a:pt x="678121" y="229645"/>
                  </a:lnTo>
                  <a:lnTo>
                    <a:pt x="698670" y="217746"/>
                  </a:lnTo>
                  <a:lnTo>
                    <a:pt x="719219" y="205232"/>
                  </a:lnTo>
                  <a:lnTo>
                    <a:pt x="739769" y="192435"/>
                  </a:lnTo>
                  <a:lnTo>
                    <a:pt x="760318" y="179690"/>
                  </a:lnTo>
                  <a:lnTo>
                    <a:pt x="780867" y="167329"/>
                  </a:lnTo>
                  <a:lnTo>
                    <a:pt x="801416" y="155685"/>
                  </a:lnTo>
                  <a:lnTo>
                    <a:pt x="821965" y="145093"/>
                  </a:lnTo>
                  <a:lnTo>
                    <a:pt x="842514" y="135567"/>
                  </a:lnTo>
                  <a:lnTo>
                    <a:pt x="863063" y="125446"/>
                  </a:lnTo>
                  <a:lnTo>
                    <a:pt x="883613" y="114805"/>
                  </a:lnTo>
                  <a:lnTo>
                    <a:pt x="904162" y="104086"/>
                  </a:lnTo>
                  <a:lnTo>
                    <a:pt x="924711" y="93728"/>
                  </a:lnTo>
                  <a:lnTo>
                    <a:pt x="945260" y="84174"/>
                  </a:lnTo>
                  <a:lnTo>
                    <a:pt x="965809" y="75865"/>
                  </a:lnTo>
                  <a:lnTo>
                    <a:pt x="986358" y="68775"/>
                  </a:lnTo>
                  <a:lnTo>
                    <a:pt x="1006907" y="61850"/>
                  </a:lnTo>
                  <a:lnTo>
                    <a:pt x="1027457" y="55088"/>
                  </a:lnTo>
                  <a:lnTo>
                    <a:pt x="1048006" y="48559"/>
                  </a:lnTo>
                  <a:lnTo>
                    <a:pt x="1068555" y="42334"/>
                  </a:lnTo>
                  <a:lnTo>
                    <a:pt x="1089104" y="36484"/>
                  </a:lnTo>
                  <a:lnTo>
                    <a:pt x="1109653" y="31079"/>
                  </a:lnTo>
                  <a:lnTo>
                    <a:pt x="1130202" y="26190"/>
                  </a:lnTo>
                  <a:lnTo>
                    <a:pt x="1150751" y="21888"/>
                  </a:lnTo>
                  <a:lnTo>
                    <a:pt x="1171301" y="17996"/>
                  </a:lnTo>
                  <a:lnTo>
                    <a:pt x="1191850" y="14287"/>
                  </a:lnTo>
                  <a:lnTo>
                    <a:pt x="1212399" y="10929"/>
                  </a:lnTo>
                  <a:lnTo>
                    <a:pt x="1232948" y="8098"/>
                  </a:lnTo>
                  <a:lnTo>
                    <a:pt x="1253497" y="5819"/>
                  </a:lnTo>
                  <a:lnTo>
                    <a:pt x="1274046" y="3905"/>
                  </a:lnTo>
                  <a:lnTo>
                    <a:pt x="1294595" y="2359"/>
                  </a:lnTo>
                  <a:lnTo>
                    <a:pt x="1315145" y="1188"/>
                  </a:lnTo>
                  <a:lnTo>
                    <a:pt x="1335694" y="400"/>
                  </a:lnTo>
                  <a:lnTo>
                    <a:pt x="1356243" y="1"/>
                  </a:lnTo>
                  <a:lnTo>
                    <a:pt x="1376792" y="0"/>
                  </a:lnTo>
                  <a:lnTo>
                    <a:pt x="1397341" y="402"/>
                  </a:lnTo>
                  <a:lnTo>
                    <a:pt x="1417890" y="1216"/>
                  </a:lnTo>
                  <a:lnTo>
                    <a:pt x="1438439" y="2449"/>
                  </a:lnTo>
                  <a:lnTo>
                    <a:pt x="1458989" y="4107"/>
                  </a:lnTo>
                  <a:lnTo>
                    <a:pt x="1479538" y="6199"/>
                  </a:lnTo>
                  <a:lnTo>
                    <a:pt x="1500087" y="8792"/>
                  </a:lnTo>
                  <a:lnTo>
                    <a:pt x="1520636" y="11909"/>
                  </a:lnTo>
                  <a:lnTo>
                    <a:pt x="1541185" y="15511"/>
                  </a:lnTo>
                  <a:lnTo>
                    <a:pt x="1561734" y="19558"/>
                  </a:lnTo>
                  <a:lnTo>
                    <a:pt x="1582283" y="24012"/>
                  </a:lnTo>
                  <a:lnTo>
                    <a:pt x="1602833" y="28832"/>
                  </a:lnTo>
                  <a:lnTo>
                    <a:pt x="1623382" y="33979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rc157"/>
            <p:cNvSpPr/>
            <p:nvPr/>
          </p:nvSpPr>
          <p:spPr>
            <a:xfrm>
              <a:off x="1372341" y="1198851"/>
              <a:ext cx="1785720" cy="4802015"/>
            </a:xfrm>
            <a:prstGeom prst="rect">
              <a:avLst/>
            </a:pr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rc158"/>
            <p:cNvSpPr/>
            <p:nvPr/>
          </p:nvSpPr>
          <p:spPr>
            <a:xfrm>
              <a:off x="3227651" y="1198851"/>
              <a:ext cx="1785720" cy="4802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3227651" y="5538904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3227651" y="4438574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3227651" y="3338243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3227651" y="2237913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3640179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4197086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5"/>
            <p:cNvSpPr/>
            <p:nvPr/>
          </p:nvSpPr>
          <p:spPr>
            <a:xfrm>
              <a:off x="4753992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387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3227651" y="4988739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3227651" y="3888409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3227651" y="2788078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3227651" y="1687747"/>
              <a:ext cx="1785720" cy="0"/>
            </a:xfrm>
            <a:custGeom>
              <a:avLst/>
              <a:pathLst>
                <a:path w="1785720" h="0">
                  <a:moveTo>
                    <a:pt x="0" y="0"/>
                  </a:moveTo>
                  <a:lnTo>
                    <a:pt x="1785720" y="0"/>
                  </a:lnTo>
                  <a:lnTo>
                    <a:pt x="178572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0"/>
            <p:cNvSpPr/>
            <p:nvPr/>
          </p:nvSpPr>
          <p:spPr>
            <a:xfrm>
              <a:off x="3361726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3918632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4475539" y="1198851"/>
              <a:ext cx="0" cy="4802015"/>
            </a:xfrm>
            <a:custGeom>
              <a:avLst/>
              <a:pathLst>
                <a:path w="0" h="4802015">
                  <a:moveTo>
                    <a:pt x="0" y="4802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EDE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4415410" y="3097541"/>
              <a:ext cx="36721" cy="367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3865982" y="3329074"/>
              <a:ext cx="49610" cy="496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4510392" y="2454982"/>
              <a:ext cx="36105" cy="361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4384600" y="5150804"/>
              <a:ext cx="37082" cy="3708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4871837" y="3109562"/>
              <a:ext cx="37194" cy="3719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4791056" y="4308488"/>
              <a:ext cx="37253" cy="372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4284381" y="3028535"/>
              <a:ext cx="37032" cy="370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4691159" y="3100492"/>
              <a:ext cx="36561" cy="365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4465821" y="1813836"/>
              <a:ext cx="36141" cy="3614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4460241" y="3487729"/>
              <a:ext cx="36164" cy="361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4840867" y="4365332"/>
              <a:ext cx="37873" cy="3787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4173456" y="2316202"/>
              <a:ext cx="36121" cy="3612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3620867" y="2700613"/>
              <a:ext cx="49762" cy="497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4114396" y="3335099"/>
              <a:ext cx="37289" cy="3728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4390256" y="3273292"/>
              <a:ext cx="36908" cy="3690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4121791" y="3757533"/>
              <a:ext cx="39207" cy="392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4524245" y="3109810"/>
              <a:ext cx="36245" cy="362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4445937" y="4160933"/>
              <a:ext cx="36928" cy="3692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3457156" y="2659863"/>
              <a:ext cx="59748" cy="597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3393076" y="3881889"/>
              <a:ext cx="43112" cy="4311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4038684" y="3686091"/>
              <a:ext cx="38349" cy="383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3886743" y="3349674"/>
              <a:ext cx="41501" cy="415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3838577" y="3215544"/>
              <a:ext cx="54297" cy="5429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4829785" y="3655930"/>
              <a:ext cx="37761" cy="377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3303017" y="3084333"/>
              <a:ext cx="45019" cy="450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3316629" y="2956653"/>
              <a:ext cx="51210" cy="512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4613221" y="4348512"/>
              <a:ext cx="36503" cy="365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4322536" y="5758747"/>
              <a:ext cx="38691" cy="386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3891981" y="3486429"/>
              <a:ext cx="42164" cy="421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4468489" y="5588813"/>
              <a:ext cx="36375" cy="3637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3693891" y="2658944"/>
              <a:ext cx="59647" cy="5964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4643399" y="3980627"/>
              <a:ext cx="37407" cy="374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4295933" y="2535311"/>
              <a:ext cx="36205" cy="362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4738572" y="3347019"/>
              <a:ext cx="36409" cy="3640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4866043" y="4380933"/>
              <a:ext cx="37644" cy="376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3655096" y="3484490"/>
              <a:ext cx="36995" cy="369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4334427" y="3108425"/>
              <a:ext cx="37184" cy="371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4307019" y="2564369"/>
              <a:ext cx="36309" cy="3630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4092256" y="3080000"/>
              <a:ext cx="37018" cy="3701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4028954" y="4975852"/>
              <a:ext cx="41102" cy="4110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4707991" y="2777369"/>
              <a:ext cx="36311" cy="363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4220515" y="3148737"/>
              <a:ext cx="36677" cy="366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4849867" y="4371286"/>
              <a:ext cx="36581" cy="365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3590078" y="3831466"/>
              <a:ext cx="44510" cy="445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4482514" y="2644709"/>
              <a:ext cx="36171" cy="361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3894020" y="3024752"/>
              <a:ext cx="49224" cy="492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4424069" y="2707779"/>
              <a:ext cx="36111" cy="361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3983944" y="5764368"/>
              <a:ext cx="36449" cy="3644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3521353" y="2433916"/>
              <a:ext cx="53874" cy="538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3568660" y="3685246"/>
              <a:ext cx="42795" cy="427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4237464" y="2246697"/>
              <a:ext cx="36193" cy="361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3763550" y="2902436"/>
              <a:ext cx="37281" cy="3728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3955788" y="2953856"/>
              <a:ext cx="37070" cy="370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4584717" y="4023683"/>
              <a:ext cx="37819" cy="3781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4894591" y="4090613"/>
              <a:ext cx="36238" cy="362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3968240" y="3259644"/>
              <a:ext cx="84564" cy="845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4190475" y="3018117"/>
              <a:ext cx="52203" cy="522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4084922" y="3354569"/>
              <a:ext cx="40548" cy="405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4863670" y="4585338"/>
              <a:ext cx="36820" cy="368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4731937" y="4013406"/>
              <a:ext cx="38541" cy="3854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4190129" y="1609966"/>
              <a:ext cx="36189" cy="3618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4790846" y="4482997"/>
              <a:ext cx="37672" cy="3767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4460236" y="3404179"/>
              <a:ext cx="36174" cy="3617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3872713" y="3406949"/>
              <a:ext cx="69562" cy="695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3975641" y="2793671"/>
              <a:ext cx="36348" cy="3634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3940499" y="3318752"/>
              <a:ext cx="39803" cy="3980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4638421" y="2776057"/>
              <a:ext cx="36224" cy="362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3681351" y="3497351"/>
              <a:ext cx="40176" cy="4017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3572841" y="3102447"/>
              <a:ext cx="45570" cy="455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4666255" y="1429729"/>
              <a:ext cx="36246" cy="362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3576446" y="3171652"/>
              <a:ext cx="38362" cy="3836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3628677" y="4327230"/>
              <a:ext cx="73126" cy="7312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4450352" y="3220762"/>
              <a:ext cx="39235" cy="392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4326160" y="3402271"/>
              <a:ext cx="37011" cy="3701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3353290" y="2638277"/>
              <a:ext cx="61424" cy="614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4769265" y="4376504"/>
              <a:ext cx="36283" cy="3628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4259687" y="3145675"/>
              <a:ext cx="36300" cy="3630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4429259" y="3296882"/>
              <a:ext cx="36869" cy="368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4262291" y="2977696"/>
              <a:ext cx="36661" cy="366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4568743" y="3071604"/>
              <a:ext cx="36354" cy="363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4142191" y="3243503"/>
              <a:ext cx="42960" cy="4296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3493403" y="4325905"/>
              <a:ext cx="65220" cy="652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3943267" y="3777654"/>
              <a:ext cx="39834" cy="3983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4159505" y="3052737"/>
              <a:ext cx="36177" cy="3617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4848888" y="4302997"/>
              <a:ext cx="38540" cy="3854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4836091" y="5631010"/>
              <a:ext cx="36288" cy="3628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4081142" y="3046590"/>
              <a:ext cx="36969" cy="369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3303077" y="2274586"/>
              <a:ext cx="56038" cy="5603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4356999" y="3110904"/>
              <a:ext cx="36593" cy="365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4913990" y="1398912"/>
              <a:ext cx="36424" cy="3642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4463023" y="2918423"/>
              <a:ext cx="36169" cy="3616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4493475" y="5543185"/>
              <a:ext cx="36525" cy="365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4262014" y="2959126"/>
              <a:ext cx="37215" cy="3721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4330912" y="3038925"/>
              <a:ext cx="38646" cy="3864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4150963" y="3150534"/>
              <a:ext cx="47693" cy="476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4667530" y="4937979"/>
              <a:ext cx="39266" cy="3926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4526921" y="4462858"/>
              <a:ext cx="36461" cy="3646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4506262" y="3434121"/>
              <a:ext cx="38795" cy="3879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3728259" y="3805914"/>
              <a:ext cx="41033" cy="4103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4546593" y="2750966"/>
              <a:ext cx="36101" cy="3610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4226367" y="1871653"/>
              <a:ext cx="36110" cy="3611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4605047" y="3023682"/>
              <a:ext cx="36144" cy="361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4642161" y="3654225"/>
              <a:ext cx="39883" cy="3988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645667" y="3777956"/>
              <a:ext cx="55853" cy="558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4468081" y="3190418"/>
              <a:ext cx="37191" cy="3719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4443455" y="3066353"/>
              <a:ext cx="36323" cy="3632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3492057" y="2979022"/>
              <a:ext cx="51206" cy="51206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4852322" y="4516539"/>
              <a:ext cx="37239" cy="372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4780367" y="4148876"/>
              <a:ext cx="36354" cy="3635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3800045" y="2948981"/>
              <a:ext cx="36688" cy="3668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4229658" y="3716047"/>
              <a:ext cx="51805" cy="5180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3288518" y="3278328"/>
              <a:ext cx="40602" cy="4060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4745884" y="4412261"/>
              <a:ext cx="38493" cy="3849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3663004" y="3033648"/>
              <a:ext cx="43455" cy="4345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4148292" y="3025947"/>
              <a:ext cx="36327" cy="3632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4872155" y="2659110"/>
              <a:ext cx="36558" cy="3655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3781966" y="3116077"/>
              <a:ext cx="39431" cy="394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4114537" y="2900101"/>
              <a:ext cx="37007" cy="37007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4444166" y="3400197"/>
              <a:ext cx="46039" cy="4603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4284737" y="3041868"/>
              <a:ext cx="36320" cy="3632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4468611" y="3388287"/>
              <a:ext cx="36131" cy="3613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4258425" y="3140301"/>
              <a:ext cx="38825" cy="3882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4567932" y="3375594"/>
              <a:ext cx="43544" cy="4354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4290394" y="3565706"/>
              <a:ext cx="36145" cy="3614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4048118" y="3142174"/>
              <a:ext cx="36189" cy="36189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3740941" y="4632142"/>
              <a:ext cx="49084" cy="490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4330691" y="2874875"/>
              <a:ext cx="39088" cy="39088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4821845" y="3156295"/>
              <a:ext cx="36935" cy="369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4237439" y="2534321"/>
              <a:ext cx="36243" cy="3624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3939373" y="2927458"/>
              <a:ext cx="36484" cy="3648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3410204" y="3267754"/>
              <a:ext cx="42270" cy="42270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3800706" y="3781067"/>
              <a:ext cx="40935" cy="40935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3754844" y="2472936"/>
              <a:ext cx="43553" cy="43553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3308820" y="2584077"/>
              <a:ext cx="1623382" cy="1872867"/>
            </a:xfrm>
            <a:custGeom>
              <a:avLst/>
              <a:pathLst>
                <a:path w="1623382" h="1872867">
                  <a:moveTo>
                    <a:pt x="0" y="0"/>
                  </a:moveTo>
                  <a:lnTo>
                    <a:pt x="20549" y="43192"/>
                  </a:lnTo>
                  <a:lnTo>
                    <a:pt x="41098" y="84645"/>
                  </a:lnTo>
                  <a:lnTo>
                    <a:pt x="61647" y="124302"/>
                  </a:lnTo>
                  <a:lnTo>
                    <a:pt x="82196" y="162102"/>
                  </a:lnTo>
                  <a:lnTo>
                    <a:pt x="102745" y="197983"/>
                  </a:lnTo>
                  <a:lnTo>
                    <a:pt x="123294" y="231882"/>
                  </a:lnTo>
                  <a:lnTo>
                    <a:pt x="143843" y="263735"/>
                  </a:lnTo>
                  <a:lnTo>
                    <a:pt x="164393" y="293481"/>
                  </a:lnTo>
                  <a:lnTo>
                    <a:pt x="184942" y="321063"/>
                  </a:lnTo>
                  <a:lnTo>
                    <a:pt x="205491" y="346432"/>
                  </a:lnTo>
                  <a:lnTo>
                    <a:pt x="226040" y="369548"/>
                  </a:lnTo>
                  <a:lnTo>
                    <a:pt x="246589" y="390392"/>
                  </a:lnTo>
                  <a:lnTo>
                    <a:pt x="267138" y="408961"/>
                  </a:lnTo>
                  <a:lnTo>
                    <a:pt x="287687" y="425279"/>
                  </a:lnTo>
                  <a:lnTo>
                    <a:pt x="308237" y="439395"/>
                  </a:lnTo>
                  <a:lnTo>
                    <a:pt x="328786" y="451388"/>
                  </a:lnTo>
                  <a:lnTo>
                    <a:pt x="349335" y="461361"/>
                  </a:lnTo>
                  <a:lnTo>
                    <a:pt x="369884" y="469364"/>
                  </a:lnTo>
                  <a:lnTo>
                    <a:pt x="390433" y="475345"/>
                  </a:lnTo>
                  <a:lnTo>
                    <a:pt x="410982" y="479573"/>
                  </a:lnTo>
                  <a:lnTo>
                    <a:pt x="431531" y="482324"/>
                  </a:lnTo>
                  <a:lnTo>
                    <a:pt x="452081" y="483860"/>
                  </a:lnTo>
                  <a:lnTo>
                    <a:pt x="472630" y="484428"/>
                  </a:lnTo>
                  <a:lnTo>
                    <a:pt x="493179" y="484263"/>
                  </a:lnTo>
                  <a:lnTo>
                    <a:pt x="513728" y="483592"/>
                  </a:lnTo>
                  <a:lnTo>
                    <a:pt x="534277" y="482628"/>
                  </a:lnTo>
                  <a:lnTo>
                    <a:pt x="554826" y="481579"/>
                  </a:lnTo>
                  <a:lnTo>
                    <a:pt x="575375" y="480645"/>
                  </a:lnTo>
                  <a:lnTo>
                    <a:pt x="595925" y="480021"/>
                  </a:lnTo>
                  <a:lnTo>
                    <a:pt x="616474" y="479379"/>
                  </a:lnTo>
                  <a:lnTo>
                    <a:pt x="637023" y="476817"/>
                  </a:lnTo>
                  <a:lnTo>
                    <a:pt x="657572" y="472409"/>
                  </a:lnTo>
                  <a:lnTo>
                    <a:pt x="678121" y="466432"/>
                  </a:lnTo>
                  <a:lnTo>
                    <a:pt x="698670" y="459184"/>
                  </a:lnTo>
                  <a:lnTo>
                    <a:pt x="719219" y="451037"/>
                  </a:lnTo>
                  <a:lnTo>
                    <a:pt x="739769" y="442479"/>
                  </a:lnTo>
                  <a:lnTo>
                    <a:pt x="760318" y="434141"/>
                  </a:lnTo>
                  <a:lnTo>
                    <a:pt x="780867" y="426796"/>
                  </a:lnTo>
                  <a:lnTo>
                    <a:pt x="801416" y="421345"/>
                  </a:lnTo>
                  <a:lnTo>
                    <a:pt x="821965" y="418777"/>
                  </a:lnTo>
                  <a:lnTo>
                    <a:pt x="842514" y="419965"/>
                  </a:lnTo>
                  <a:lnTo>
                    <a:pt x="863063" y="424114"/>
                  </a:lnTo>
                  <a:lnTo>
                    <a:pt x="883613" y="429896"/>
                  </a:lnTo>
                  <a:lnTo>
                    <a:pt x="904162" y="436252"/>
                  </a:lnTo>
                  <a:lnTo>
                    <a:pt x="924711" y="442675"/>
                  </a:lnTo>
                  <a:lnTo>
                    <a:pt x="945260" y="449384"/>
                  </a:lnTo>
                  <a:lnTo>
                    <a:pt x="965809" y="457176"/>
                  </a:lnTo>
                  <a:lnTo>
                    <a:pt x="986358" y="466717"/>
                  </a:lnTo>
                  <a:lnTo>
                    <a:pt x="1006907" y="477629"/>
                  </a:lnTo>
                  <a:lnTo>
                    <a:pt x="1027457" y="489795"/>
                  </a:lnTo>
                  <a:lnTo>
                    <a:pt x="1048006" y="503147"/>
                  </a:lnTo>
                  <a:lnTo>
                    <a:pt x="1068555" y="517639"/>
                  </a:lnTo>
                  <a:lnTo>
                    <a:pt x="1089104" y="533251"/>
                  </a:lnTo>
                  <a:lnTo>
                    <a:pt x="1109653" y="549982"/>
                  </a:lnTo>
                  <a:lnTo>
                    <a:pt x="1130202" y="567845"/>
                  </a:lnTo>
                  <a:lnTo>
                    <a:pt x="1150751" y="586844"/>
                  </a:lnTo>
                  <a:lnTo>
                    <a:pt x="1171301" y="606700"/>
                  </a:lnTo>
                  <a:lnTo>
                    <a:pt x="1191850" y="627102"/>
                  </a:lnTo>
                  <a:lnTo>
                    <a:pt x="1212399" y="648177"/>
                  </a:lnTo>
                  <a:lnTo>
                    <a:pt x="1232948" y="670046"/>
                  </a:lnTo>
                  <a:lnTo>
                    <a:pt x="1253497" y="692573"/>
                  </a:lnTo>
                  <a:lnTo>
                    <a:pt x="1274046" y="715288"/>
                  </a:lnTo>
                  <a:lnTo>
                    <a:pt x="1294595" y="738029"/>
                  </a:lnTo>
                  <a:lnTo>
                    <a:pt x="1315145" y="760649"/>
                  </a:lnTo>
                  <a:lnTo>
                    <a:pt x="1335694" y="783013"/>
                  </a:lnTo>
                  <a:lnTo>
                    <a:pt x="1356243" y="805007"/>
                  </a:lnTo>
                  <a:lnTo>
                    <a:pt x="1376792" y="826543"/>
                  </a:lnTo>
                  <a:lnTo>
                    <a:pt x="1397341" y="847562"/>
                  </a:lnTo>
                  <a:lnTo>
                    <a:pt x="1417890" y="868032"/>
                  </a:lnTo>
                  <a:lnTo>
                    <a:pt x="1438439" y="887947"/>
                  </a:lnTo>
                  <a:lnTo>
                    <a:pt x="1458989" y="907320"/>
                  </a:lnTo>
                  <a:lnTo>
                    <a:pt x="1479538" y="926177"/>
                  </a:lnTo>
                  <a:lnTo>
                    <a:pt x="1500087" y="944504"/>
                  </a:lnTo>
                  <a:lnTo>
                    <a:pt x="1520636" y="962275"/>
                  </a:lnTo>
                  <a:lnTo>
                    <a:pt x="1541185" y="979518"/>
                  </a:lnTo>
                  <a:lnTo>
                    <a:pt x="1561734" y="996288"/>
                  </a:lnTo>
                  <a:lnTo>
                    <a:pt x="1582283" y="1012659"/>
                  </a:lnTo>
                  <a:lnTo>
                    <a:pt x="1602833" y="1028719"/>
                  </a:lnTo>
                  <a:lnTo>
                    <a:pt x="1623382" y="1044569"/>
                  </a:lnTo>
                  <a:lnTo>
                    <a:pt x="1623382" y="1872867"/>
                  </a:lnTo>
                  <a:lnTo>
                    <a:pt x="1602833" y="1805631"/>
                  </a:lnTo>
                  <a:lnTo>
                    <a:pt x="1582283" y="1740710"/>
                  </a:lnTo>
                  <a:lnTo>
                    <a:pt x="1561734" y="1678213"/>
                  </a:lnTo>
                  <a:lnTo>
                    <a:pt x="1541185" y="1618242"/>
                  </a:lnTo>
                  <a:lnTo>
                    <a:pt x="1520636" y="1560880"/>
                  </a:lnTo>
                  <a:lnTo>
                    <a:pt x="1500087" y="1506192"/>
                  </a:lnTo>
                  <a:lnTo>
                    <a:pt x="1479538" y="1454218"/>
                  </a:lnTo>
                  <a:lnTo>
                    <a:pt x="1458989" y="1404975"/>
                  </a:lnTo>
                  <a:lnTo>
                    <a:pt x="1438439" y="1358476"/>
                  </a:lnTo>
                  <a:lnTo>
                    <a:pt x="1417890" y="1314730"/>
                  </a:lnTo>
                  <a:lnTo>
                    <a:pt x="1397341" y="1273731"/>
                  </a:lnTo>
                  <a:lnTo>
                    <a:pt x="1376792" y="1235453"/>
                  </a:lnTo>
                  <a:lnTo>
                    <a:pt x="1356243" y="1199845"/>
                  </a:lnTo>
                  <a:lnTo>
                    <a:pt x="1335694" y="1166828"/>
                  </a:lnTo>
                  <a:lnTo>
                    <a:pt x="1315145" y="1136295"/>
                  </a:lnTo>
                  <a:lnTo>
                    <a:pt x="1294595" y="1108114"/>
                  </a:lnTo>
                  <a:lnTo>
                    <a:pt x="1274046" y="1082131"/>
                  </a:lnTo>
                  <a:lnTo>
                    <a:pt x="1253497" y="1058178"/>
                  </a:lnTo>
                  <a:lnTo>
                    <a:pt x="1232948" y="1036082"/>
                  </a:lnTo>
                  <a:lnTo>
                    <a:pt x="1212399" y="1015630"/>
                  </a:lnTo>
                  <a:lnTo>
                    <a:pt x="1191850" y="996677"/>
                  </a:lnTo>
                  <a:lnTo>
                    <a:pt x="1171301" y="979142"/>
                  </a:lnTo>
                  <a:lnTo>
                    <a:pt x="1150751" y="962946"/>
                  </a:lnTo>
                  <a:lnTo>
                    <a:pt x="1130202" y="947765"/>
                  </a:lnTo>
                  <a:lnTo>
                    <a:pt x="1109653" y="933424"/>
                  </a:lnTo>
                  <a:lnTo>
                    <a:pt x="1089104" y="919971"/>
                  </a:lnTo>
                  <a:lnTo>
                    <a:pt x="1068555" y="907458"/>
                  </a:lnTo>
                  <a:lnTo>
                    <a:pt x="1048006" y="895926"/>
                  </a:lnTo>
                  <a:lnTo>
                    <a:pt x="1027457" y="885398"/>
                  </a:lnTo>
                  <a:lnTo>
                    <a:pt x="1006907" y="875867"/>
                  </a:lnTo>
                  <a:lnTo>
                    <a:pt x="986358" y="867308"/>
                  </a:lnTo>
                  <a:lnTo>
                    <a:pt x="965809" y="859715"/>
                  </a:lnTo>
                  <a:lnTo>
                    <a:pt x="945260" y="853733"/>
                  </a:lnTo>
                  <a:lnTo>
                    <a:pt x="924711" y="849975"/>
                  </a:lnTo>
                  <a:lnTo>
                    <a:pt x="904162" y="848735"/>
                  </a:lnTo>
                  <a:lnTo>
                    <a:pt x="883613" y="849724"/>
                  </a:lnTo>
                  <a:lnTo>
                    <a:pt x="863063" y="851935"/>
                  </a:lnTo>
                  <a:lnTo>
                    <a:pt x="842514" y="853804"/>
                  </a:lnTo>
                  <a:lnTo>
                    <a:pt x="821965" y="854367"/>
                  </a:lnTo>
                  <a:lnTo>
                    <a:pt x="801416" y="856924"/>
                  </a:lnTo>
                  <a:lnTo>
                    <a:pt x="780867" y="861859"/>
                  </a:lnTo>
                  <a:lnTo>
                    <a:pt x="760318" y="868881"/>
                  </a:lnTo>
                  <a:lnTo>
                    <a:pt x="739769" y="877613"/>
                  </a:lnTo>
                  <a:lnTo>
                    <a:pt x="719219" y="887547"/>
                  </a:lnTo>
                  <a:lnTo>
                    <a:pt x="698670" y="898034"/>
                  </a:lnTo>
                  <a:lnTo>
                    <a:pt x="678121" y="908282"/>
                  </a:lnTo>
                  <a:lnTo>
                    <a:pt x="657572" y="917385"/>
                  </a:lnTo>
                  <a:lnTo>
                    <a:pt x="637023" y="924358"/>
                  </a:lnTo>
                  <a:lnTo>
                    <a:pt x="616474" y="928201"/>
                  </a:lnTo>
                  <a:lnTo>
                    <a:pt x="595925" y="928383"/>
                  </a:lnTo>
                  <a:lnTo>
                    <a:pt x="575375" y="928177"/>
                  </a:lnTo>
                  <a:lnTo>
                    <a:pt x="554826" y="928381"/>
                  </a:lnTo>
                  <a:lnTo>
                    <a:pt x="534277" y="928914"/>
                  </a:lnTo>
                  <a:lnTo>
                    <a:pt x="513728" y="929702"/>
                  </a:lnTo>
                  <a:lnTo>
                    <a:pt x="493179" y="930675"/>
                  </a:lnTo>
                  <a:lnTo>
                    <a:pt x="472630" y="931774"/>
                  </a:lnTo>
                  <a:lnTo>
                    <a:pt x="452081" y="932948"/>
                  </a:lnTo>
                  <a:lnTo>
                    <a:pt x="431531" y="934155"/>
                  </a:lnTo>
                  <a:lnTo>
                    <a:pt x="410982" y="935368"/>
                  </a:lnTo>
                  <a:lnTo>
                    <a:pt x="390433" y="936574"/>
                  </a:lnTo>
                  <a:lnTo>
                    <a:pt x="369884" y="937773"/>
                  </a:lnTo>
                  <a:lnTo>
                    <a:pt x="349335" y="939016"/>
                  </a:lnTo>
                  <a:lnTo>
                    <a:pt x="328786" y="940792"/>
                  </a:lnTo>
                  <a:lnTo>
                    <a:pt x="308237" y="943375"/>
                  </a:lnTo>
                  <a:lnTo>
                    <a:pt x="287687" y="946905"/>
                  </a:lnTo>
                  <a:lnTo>
                    <a:pt x="267138" y="951491"/>
                  </a:lnTo>
                  <a:lnTo>
                    <a:pt x="246589" y="957219"/>
                  </a:lnTo>
                  <a:lnTo>
                    <a:pt x="226040" y="964144"/>
                  </a:lnTo>
                  <a:lnTo>
                    <a:pt x="205491" y="972300"/>
                  </a:lnTo>
                  <a:lnTo>
                    <a:pt x="184942" y="981698"/>
                  </a:lnTo>
                  <a:lnTo>
                    <a:pt x="164393" y="992334"/>
                  </a:lnTo>
                  <a:lnTo>
                    <a:pt x="143843" y="1004193"/>
                  </a:lnTo>
                  <a:lnTo>
                    <a:pt x="123294" y="1017252"/>
                  </a:lnTo>
                  <a:lnTo>
                    <a:pt x="102745" y="1031482"/>
                  </a:lnTo>
                  <a:lnTo>
                    <a:pt x="82196" y="1046855"/>
                  </a:lnTo>
                  <a:lnTo>
                    <a:pt x="61647" y="1063340"/>
                  </a:lnTo>
                  <a:lnTo>
                    <a:pt x="41098" y="1080910"/>
                  </a:lnTo>
                  <a:lnTo>
                    <a:pt x="20549" y="1099537"/>
                  </a:lnTo>
                  <a:lnTo>
                    <a:pt x="0" y="111919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3308820" y="2584077"/>
              <a:ext cx="1623382" cy="1044569"/>
            </a:xfrm>
            <a:custGeom>
              <a:avLst/>
              <a:pathLst>
                <a:path w="1623382" h="1044569">
                  <a:moveTo>
                    <a:pt x="0" y="0"/>
                  </a:moveTo>
                  <a:lnTo>
                    <a:pt x="20549" y="43192"/>
                  </a:lnTo>
                  <a:lnTo>
                    <a:pt x="41098" y="84645"/>
                  </a:lnTo>
                  <a:lnTo>
                    <a:pt x="61647" y="124302"/>
                  </a:lnTo>
                  <a:lnTo>
                    <a:pt x="82196" y="162102"/>
                  </a:lnTo>
                  <a:lnTo>
                    <a:pt x="102745" y="197983"/>
                  </a:lnTo>
                  <a:lnTo>
                    <a:pt x="123294" y="231882"/>
                  </a:lnTo>
                  <a:lnTo>
                    <a:pt x="143843" y="263735"/>
                  </a:lnTo>
                  <a:lnTo>
                    <a:pt x="164393" y="293481"/>
                  </a:lnTo>
                  <a:lnTo>
                    <a:pt x="184942" y="321063"/>
                  </a:lnTo>
                  <a:lnTo>
                    <a:pt x="205491" y="346432"/>
                  </a:lnTo>
                  <a:lnTo>
                    <a:pt x="226040" y="369548"/>
                  </a:lnTo>
                  <a:lnTo>
                    <a:pt x="246589" y="390392"/>
                  </a:lnTo>
                  <a:lnTo>
                    <a:pt x="267138" y="408961"/>
                  </a:lnTo>
                  <a:lnTo>
                    <a:pt x="287687" y="425279"/>
                  </a:lnTo>
                  <a:lnTo>
                    <a:pt x="308237" y="439395"/>
                  </a:lnTo>
                  <a:lnTo>
                    <a:pt x="328786" y="451388"/>
                  </a:lnTo>
                  <a:lnTo>
                    <a:pt x="349335" y="461361"/>
                  </a:lnTo>
                  <a:lnTo>
                    <a:pt x="369884" y="469364"/>
                  </a:lnTo>
                  <a:lnTo>
                    <a:pt x="390433" y="475345"/>
                  </a:lnTo>
                  <a:lnTo>
                    <a:pt x="410982" y="479573"/>
                  </a:lnTo>
                  <a:lnTo>
                    <a:pt x="431531" y="482324"/>
                  </a:lnTo>
                  <a:lnTo>
                    <a:pt x="452081" y="483860"/>
                  </a:lnTo>
                  <a:lnTo>
                    <a:pt x="472630" y="484428"/>
                  </a:lnTo>
                  <a:lnTo>
                    <a:pt x="493179" y="484263"/>
                  </a:lnTo>
                  <a:lnTo>
                    <a:pt x="513728" y="483592"/>
                  </a:lnTo>
                  <a:lnTo>
                    <a:pt x="534277" y="482628"/>
                  </a:lnTo>
                  <a:lnTo>
                    <a:pt x="554826" y="481579"/>
                  </a:lnTo>
                  <a:lnTo>
                    <a:pt x="575375" y="480645"/>
                  </a:lnTo>
                  <a:lnTo>
                    <a:pt x="595925" y="480021"/>
                  </a:lnTo>
                  <a:lnTo>
                    <a:pt x="616474" y="479379"/>
                  </a:lnTo>
                  <a:lnTo>
                    <a:pt x="637023" y="476817"/>
                  </a:lnTo>
                  <a:lnTo>
                    <a:pt x="657572" y="472409"/>
                  </a:lnTo>
                  <a:lnTo>
                    <a:pt x="678121" y="466432"/>
                  </a:lnTo>
                  <a:lnTo>
                    <a:pt x="698670" y="459184"/>
                  </a:lnTo>
                  <a:lnTo>
                    <a:pt x="719219" y="451037"/>
                  </a:lnTo>
                  <a:lnTo>
                    <a:pt x="739769" y="442479"/>
                  </a:lnTo>
                  <a:lnTo>
                    <a:pt x="760318" y="434141"/>
                  </a:lnTo>
                  <a:lnTo>
                    <a:pt x="780867" y="426796"/>
                  </a:lnTo>
                  <a:lnTo>
                    <a:pt x="801416" y="421345"/>
                  </a:lnTo>
                  <a:lnTo>
                    <a:pt x="821965" y="418777"/>
                  </a:lnTo>
                  <a:lnTo>
                    <a:pt x="842514" y="419965"/>
                  </a:lnTo>
                  <a:lnTo>
                    <a:pt x="863063" y="424114"/>
                  </a:lnTo>
                  <a:lnTo>
                    <a:pt x="883613" y="429896"/>
                  </a:lnTo>
                  <a:lnTo>
                    <a:pt x="904162" y="436252"/>
                  </a:lnTo>
                  <a:lnTo>
                    <a:pt x="924711" y="442675"/>
                  </a:lnTo>
                  <a:lnTo>
                    <a:pt x="945260" y="449384"/>
                  </a:lnTo>
                  <a:lnTo>
                    <a:pt x="965809" y="457176"/>
                  </a:lnTo>
                  <a:lnTo>
                    <a:pt x="986358" y="466717"/>
                  </a:lnTo>
                  <a:lnTo>
                    <a:pt x="1006907" y="477629"/>
                  </a:lnTo>
                  <a:lnTo>
                    <a:pt x="1027457" y="489795"/>
                  </a:lnTo>
                  <a:lnTo>
                    <a:pt x="1048006" y="503147"/>
                  </a:lnTo>
                  <a:lnTo>
                    <a:pt x="1068555" y="517639"/>
                  </a:lnTo>
                  <a:lnTo>
                    <a:pt x="1089104" y="533251"/>
                  </a:lnTo>
                  <a:lnTo>
                    <a:pt x="1109653" y="549982"/>
                  </a:lnTo>
                  <a:lnTo>
                    <a:pt x="1130202" y="567845"/>
                  </a:lnTo>
                  <a:lnTo>
                    <a:pt x="1150751" y="586844"/>
                  </a:lnTo>
                  <a:lnTo>
                    <a:pt x="1171301" y="606700"/>
                  </a:lnTo>
                  <a:lnTo>
                    <a:pt x="1191850" y="627102"/>
                  </a:lnTo>
                  <a:lnTo>
                    <a:pt x="1212399" y="648177"/>
                  </a:lnTo>
                  <a:lnTo>
                    <a:pt x="1232948" y="670046"/>
                  </a:lnTo>
                  <a:lnTo>
                    <a:pt x="1253497" y="692573"/>
                  </a:lnTo>
                  <a:lnTo>
                    <a:pt x="1274046" y="715288"/>
                  </a:lnTo>
                  <a:lnTo>
                    <a:pt x="1294595" y="738029"/>
                  </a:lnTo>
                  <a:lnTo>
                    <a:pt x="1315145" y="760649"/>
                  </a:lnTo>
                  <a:lnTo>
                    <a:pt x="1335694" y="783013"/>
                  </a:lnTo>
                  <a:lnTo>
                    <a:pt x="1356243" y="805007"/>
                  </a:lnTo>
                  <a:lnTo>
                    <a:pt x="1376792" y="826543"/>
                  </a:lnTo>
                  <a:lnTo>
                    <a:pt x="1397341" y="847562"/>
                  </a:lnTo>
                  <a:lnTo>
                    <a:pt x="1417890" y="868032"/>
                  </a:lnTo>
                  <a:lnTo>
                    <a:pt x="1438439" y="887947"/>
                  </a:lnTo>
                  <a:lnTo>
                    <a:pt x="1458989" y="907320"/>
                  </a:lnTo>
                  <a:lnTo>
                    <a:pt x="1479538" y="926177"/>
                  </a:lnTo>
                  <a:lnTo>
                    <a:pt x="1500087" y="944504"/>
                  </a:lnTo>
                  <a:lnTo>
                    <a:pt x="1520636" y="962275"/>
                  </a:lnTo>
                  <a:lnTo>
                    <a:pt x="1541185" y="979518"/>
                  </a:lnTo>
                  <a:lnTo>
                    <a:pt x="1561734" y="996288"/>
                  </a:lnTo>
                  <a:lnTo>
                    <a:pt x="1582283" y="1012659"/>
                  </a:lnTo>
                  <a:lnTo>
                    <a:pt x="1602833" y="1028719"/>
                  </a:lnTo>
                  <a:lnTo>
                    <a:pt x="1623382" y="10445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3308820" y="3432812"/>
              <a:ext cx="1623382" cy="1024131"/>
            </a:xfrm>
            <a:custGeom>
              <a:avLst/>
              <a:pathLst>
                <a:path w="1623382" h="1024131">
                  <a:moveTo>
                    <a:pt x="1623382" y="1024131"/>
                  </a:moveTo>
                  <a:lnTo>
                    <a:pt x="1602833" y="956896"/>
                  </a:lnTo>
                  <a:lnTo>
                    <a:pt x="1582283" y="891975"/>
                  </a:lnTo>
                  <a:lnTo>
                    <a:pt x="1561734" y="829478"/>
                  </a:lnTo>
                  <a:lnTo>
                    <a:pt x="1541185" y="769507"/>
                  </a:lnTo>
                  <a:lnTo>
                    <a:pt x="1520636" y="712145"/>
                  </a:lnTo>
                  <a:lnTo>
                    <a:pt x="1500087" y="657457"/>
                  </a:lnTo>
                  <a:lnTo>
                    <a:pt x="1479538" y="605483"/>
                  </a:lnTo>
                  <a:lnTo>
                    <a:pt x="1458989" y="556240"/>
                  </a:lnTo>
                  <a:lnTo>
                    <a:pt x="1438439" y="509741"/>
                  </a:lnTo>
                  <a:lnTo>
                    <a:pt x="1417890" y="465995"/>
                  </a:lnTo>
                  <a:lnTo>
                    <a:pt x="1397341" y="424996"/>
                  </a:lnTo>
                  <a:lnTo>
                    <a:pt x="1376792" y="386718"/>
                  </a:lnTo>
                  <a:lnTo>
                    <a:pt x="1356243" y="351109"/>
                  </a:lnTo>
                  <a:lnTo>
                    <a:pt x="1335694" y="318093"/>
                  </a:lnTo>
                  <a:lnTo>
                    <a:pt x="1315145" y="287560"/>
                  </a:lnTo>
                  <a:lnTo>
                    <a:pt x="1294595" y="259379"/>
                  </a:lnTo>
                  <a:lnTo>
                    <a:pt x="1274046" y="233396"/>
                  </a:lnTo>
                  <a:lnTo>
                    <a:pt x="1253497" y="209443"/>
                  </a:lnTo>
                  <a:lnTo>
                    <a:pt x="1232948" y="187347"/>
                  </a:lnTo>
                  <a:lnTo>
                    <a:pt x="1212399" y="166895"/>
                  </a:lnTo>
                  <a:lnTo>
                    <a:pt x="1191850" y="147942"/>
                  </a:lnTo>
                  <a:lnTo>
                    <a:pt x="1171301" y="130407"/>
                  </a:lnTo>
                  <a:lnTo>
                    <a:pt x="1150751" y="114211"/>
                  </a:lnTo>
                  <a:lnTo>
                    <a:pt x="1130202" y="99029"/>
                  </a:lnTo>
                  <a:lnTo>
                    <a:pt x="1109653" y="84689"/>
                  </a:lnTo>
                  <a:lnTo>
                    <a:pt x="1089104" y="71236"/>
                  </a:lnTo>
                  <a:lnTo>
                    <a:pt x="1068555" y="58722"/>
                  </a:lnTo>
                  <a:lnTo>
                    <a:pt x="1048006" y="47191"/>
                  </a:lnTo>
                  <a:lnTo>
                    <a:pt x="1027457" y="36663"/>
                  </a:lnTo>
                  <a:lnTo>
                    <a:pt x="1006907" y="27132"/>
                  </a:lnTo>
                  <a:lnTo>
                    <a:pt x="986358" y="18573"/>
                  </a:lnTo>
                  <a:lnTo>
                    <a:pt x="965809" y="10980"/>
                  </a:lnTo>
                  <a:lnTo>
                    <a:pt x="945260" y="4998"/>
                  </a:lnTo>
                  <a:lnTo>
                    <a:pt x="924711" y="1240"/>
                  </a:lnTo>
                  <a:lnTo>
                    <a:pt x="904162" y="0"/>
                  </a:lnTo>
                  <a:lnTo>
                    <a:pt x="883613" y="989"/>
                  </a:lnTo>
                  <a:lnTo>
                    <a:pt x="863063" y="3200"/>
                  </a:lnTo>
                  <a:lnTo>
                    <a:pt x="842514" y="5069"/>
                  </a:lnTo>
                  <a:lnTo>
                    <a:pt x="821965" y="5632"/>
                  </a:lnTo>
                  <a:lnTo>
                    <a:pt x="801416" y="8189"/>
                  </a:lnTo>
                  <a:lnTo>
                    <a:pt x="780867" y="13124"/>
                  </a:lnTo>
                  <a:lnTo>
                    <a:pt x="760318" y="20146"/>
                  </a:lnTo>
                  <a:lnTo>
                    <a:pt x="739769" y="28878"/>
                  </a:lnTo>
                  <a:lnTo>
                    <a:pt x="719219" y="38812"/>
                  </a:lnTo>
                  <a:lnTo>
                    <a:pt x="698670" y="49299"/>
                  </a:lnTo>
                  <a:lnTo>
                    <a:pt x="678121" y="59547"/>
                  </a:lnTo>
                  <a:lnTo>
                    <a:pt x="657572" y="68650"/>
                  </a:lnTo>
                  <a:lnTo>
                    <a:pt x="637023" y="75623"/>
                  </a:lnTo>
                  <a:lnTo>
                    <a:pt x="616474" y="79466"/>
                  </a:lnTo>
                  <a:lnTo>
                    <a:pt x="595925" y="79648"/>
                  </a:lnTo>
                  <a:lnTo>
                    <a:pt x="575375" y="79442"/>
                  </a:lnTo>
                  <a:lnTo>
                    <a:pt x="554826" y="79646"/>
                  </a:lnTo>
                  <a:lnTo>
                    <a:pt x="534277" y="80179"/>
                  </a:lnTo>
                  <a:lnTo>
                    <a:pt x="513728" y="80966"/>
                  </a:lnTo>
                  <a:lnTo>
                    <a:pt x="493179" y="81940"/>
                  </a:lnTo>
                  <a:lnTo>
                    <a:pt x="472630" y="83039"/>
                  </a:lnTo>
                  <a:lnTo>
                    <a:pt x="452081" y="84212"/>
                  </a:lnTo>
                  <a:lnTo>
                    <a:pt x="431531" y="85420"/>
                  </a:lnTo>
                  <a:lnTo>
                    <a:pt x="410982" y="86633"/>
                  </a:lnTo>
                  <a:lnTo>
                    <a:pt x="390433" y="87839"/>
                  </a:lnTo>
                  <a:lnTo>
                    <a:pt x="369884" y="89038"/>
                  </a:lnTo>
                  <a:lnTo>
                    <a:pt x="349335" y="90280"/>
                  </a:lnTo>
                  <a:lnTo>
                    <a:pt x="328786" y="92057"/>
                  </a:lnTo>
                  <a:lnTo>
                    <a:pt x="308237" y="94640"/>
                  </a:lnTo>
                  <a:lnTo>
                    <a:pt x="287687" y="98170"/>
                  </a:lnTo>
                  <a:lnTo>
                    <a:pt x="267138" y="102756"/>
                  </a:lnTo>
                  <a:lnTo>
                    <a:pt x="246589" y="108484"/>
                  </a:lnTo>
                  <a:lnTo>
                    <a:pt x="226040" y="115409"/>
                  </a:lnTo>
                  <a:lnTo>
                    <a:pt x="205491" y="123565"/>
                  </a:lnTo>
                  <a:lnTo>
                    <a:pt x="184942" y="132963"/>
                  </a:lnTo>
                  <a:lnTo>
                    <a:pt x="164393" y="143599"/>
                  </a:lnTo>
                  <a:lnTo>
                    <a:pt x="143843" y="155458"/>
                  </a:lnTo>
                  <a:lnTo>
                    <a:pt x="123294" y="168517"/>
                  </a:lnTo>
                  <a:lnTo>
                    <a:pt x="102745" y="182747"/>
                  </a:lnTo>
                  <a:lnTo>
                    <a:pt x="82196" y="198120"/>
                  </a:lnTo>
                  <a:lnTo>
                    <a:pt x="61647" y="214605"/>
                  </a:lnTo>
                  <a:lnTo>
                    <a:pt x="41098" y="232175"/>
                  </a:lnTo>
                  <a:lnTo>
                    <a:pt x="20549" y="250802"/>
                  </a:lnTo>
                  <a:lnTo>
                    <a:pt x="0" y="2704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3308820" y="3143676"/>
              <a:ext cx="1623382" cy="899118"/>
            </a:xfrm>
            <a:custGeom>
              <a:avLst/>
              <a:pathLst>
                <a:path w="1623382" h="899118">
                  <a:moveTo>
                    <a:pt x="0" y="0"/>
                  </a:moveTo>
                  <a:lnTo>
                    <a:pt x="20549" y="11765"/>
                  </a:lnTo>
                  <a:lnTo>
                    <a:pt x="41098" y="23178"/>
                  </a:lnTo>
                  <a:lnTo>
                    <a:pt x="61647" y="34221"/>
                  </a:lnTo>
                  <a:lnTo>
                    <a:pt x="82196" y="44879"/>
                  </a:lnTo>
                  <a:lnTo>
                    <a:pt x="102745" y="55133"/>
                  </a:lnTo>
                  <a:lnTo>
                    <a:pt x="123294" y="64967"/>
                  </a:lnTo>
                  <a:lnTo>
                    <a:pt x="143843" y="74365"/>
                  </a:lnTo>
                  <a:lnTo>
                    <a:pt x="164393" y="83308"/>
                  </a:lnTo>
                  <a:lnTo>
                    <a:pt x="184942" y="91781"/>
                  </a:lnTo>
                  <a:lnTo>
                    <a:pt x="205491" y="99766"/>
                  </a:lnTo>
                  <a:lnTo>
                    <a:pt x="226040" y="107247"/>
                  </a:lnTo>
                  <a:lnTo>
                    <a:pt x="246589" y="114206"/>
                  </a:lnTo>
                  <a:lnTo>
                    <a:pt x="267138" y="120627"/>
                  </a:lnTo>
                  <a:lnTo>
                    <a:pt x="287687" y="126492"/>
                  </a:lnTo>
                  <a:lnTo>
                    <a:pt x="308237" y="131786"/>
                  </a:lnTo>
                  <a:lnTo>
                    <a:pt x="328786" y="136490"/>
                  </a:lnTo>
                  <a:lnTo>
                    <a:pt x="349335" y="140589"/>
                  </a:lnTo>
                  <a:lnTo>
                    <a:pt x="369884" y="143969"/>
                  </a:lnTo>
                  <a:lnTo>
                    <a:pt x="390433" y="146360"/>
                  </a:lnTo>
                  <a:lnTo>
                    <a:pt x="410982" y="147871"/>
                  </a:lnTo>
                  <a:lnTo>
                    <a:pt x="431531" y="148640"/>
                  </a:lnTo>
                  <a:lnTo>
                    <a:pt x="452081" y="148804"/>
                  </a:lnTo>
                  <a:lnTo>
                    <a:pt x="472630" y="148501"/>
                  </a:lnTo>
                  <a:lnTo>
                    <a:pt x="493179" y="147870"/>
                  </a:lnTo>
                  <a:lnTo>
                    <a:pt x="513728" y="147047"/>
                  </a:lnTo>
                  <a:lnTo>
                    <a:pt x="534277" y="146171"/>
                  </a:lnTo>
                  <a:lnTo>
                    <a:pt x="554826" y="145380"/>
                  </a:lnTo>
                  <a:lnTo>
                    <a:pt x="575375" y="144811"/>
                  </a:lnTo>
                  <a:lnTo>
                    <a:pt x="595925" y="144603"/>
                  </a:lnTo>
                  <a:lnTo>
                    <a:pt x="616474" y="144190"/>
                  </a:lnTo>
                  <a:lnTo>
                    <a:pt x="637023" y="140988"/>
                  </a:lnTo>
                  <a:lnTo>
                    <a:pt x="657572" y="135297"/>
                  </a:lnTo>
                  <a:lnTo>
                    <a:pt x="678121" y="127758"/>
                  </a:lnTo>
                  <a:lnTo>
                    <a:pt x="698670" y="119009"/>
                  </a:lnTo>
                  <a:lnTo>
                    <a:pt x="719219" y="109692"/>
                  </a:lnTo>
                  <a:lnTo>
                    <a:pt x="739769" y="100446"/>
                  </a:lnTo>
                  <a:lnTo>
                    <a:pt x="760318" y="91911"/>
                  </a:lnTo>
                  <a:lnTo>
                    <a:pt x="780867" y="84728"/>
                  </a:lnTo>
                  <a:lnTo>
                    <a:pt x="801416" y="79535"/>
                  </a:lnTo>
                  <a:lnTo>
                    <a:pt x="821965" y="76973"/>
                  </a:lnTo>
                  <a:lnTo>
                    <a:pt x="842514" y="77285"/>
                  </a:lnTo>
                  <a:lnTo>
                    <a:pt x="863063" y="78425"/>
                  </a:lnTo>
                  <a:lnTo>
                    <a:pt x="883613" y="80211"/>
                  </a:lnTo>
                  <a:lnTo>
                    <a:pt x="904162" y="82893"/>
                  </a:lnTo>
                  <a:lnTo>
                    <a:pt x="924711" y="86726"/>
                  </a:lnTo>
                  <a:lnTo>
                    <a:pt x="945260" y="91959"/>
                  </a:lnTo>
                  <a:lnTo>
                    <a:pt x="965809" y="98846"/>
                  </a:lnTo>
                  <a:lnTo>
                    <a:pt x="986358" y="107413"/>
                  </a:lnTo>
                  <a:lnTo>
                    <a:pt x="1006907" y="117148"/>
                  </a:lnTo>
                  <a:lnTo>
                    <a:pt x="1027457" y="127997"/>
                  </a:lnTo>
                  <a:lnTo>
                    <a:pt x="1048006" y="139937"/>
                  </a:lnTo>
                  <a:lnTo>
                    <a:pt x="1068555" y="152949"/>
                  </a:lnTo>
                  <a:lnTo>
                    <a:pt x="1089104" y="167011"/>
                  </a:lnTo>
                  <a:lnTo>
                    <a:pt x="1109653" y="182104"/>
                  </a:lnTo>
                  <a:lnTo>
                    <a:pt x="1130202" y="198205"/>
                  </a:lnTo>
                  <a:lnTo>
                    <a:pt x="1150751" y="215295"/>
                  </a:lnTo>
                  <a:lnTo>
                    <a:pt x="1171301" y="233321"/>
                  </a:lnTo>
                  <a:lnTo>
                    <a:pt x="1191850" y="252290"/>
                  </a:lnTo>
                  <a:lnTo>
                    <a:pt x="1212399" y="272304"/>
                  </a:lnTo>
                  <a:lnTo>
                    <a:pt x="1232948" y="293464"/>
                  </a:lnTo>
                  <a:lnTo>
                    <a:pt x="1253497" y="315776"/>
                  </a:lnTo>
                  <a:lnTo>
                    <a:pt x="1274046" y="339110"/>
                  </a:lnTo>
                  <a:lnTo>
                    <a:pt x="1294595" y="363472"/>
                  </a:lnTo>
                  <a:lnTo>
                    <a:pt x="1315145" y="388873"/>
                  </a:lnTo>
                  <a:lnTo>
                    <a:pt x="1335694" y="415321"/>
                  </a:lnTo>
                  <a:lnTo>
                    <a:pt x="1356243" y="442826"/>
                  </a:lnTo>
                  <a:lnTo>
                    <a:pt x="1376792" y="471398"/>
                  </a:lnTo>
                  <a:lnTo>
                    <a:pt x="1397341" y="501047"/>
                  </a:lnTo>
                  <a:lnTo>
                    <a:pt x="1417890" y="531782"/>
                  </a:lnTo>
                  <a:lnTo>
                    <a:pt x="1438439" y="563612"/>
                  </a:lnTo>
                  <a:lnTo>
                    <a:pt x="1458989" y="596548"/>
                  </a:lnTo>
                  <a:lnTo>
                    <a:pt x="1479538" y="630598"/>
                  </a:lnTo>
                  <a:lnTo>
                    <a:pt x="1500087" y="665748"/>
                  </a:lnTo>
                  <a:lnTo>
                    <a:pt x="1520636" y="701978"/>
                  </a:lnTo>
                  <a:lnTo>
                    <a:pt x="1541185" y="739280"/>
                  </a:lnTo>
                  <a:lnTo>
                    <a:pt x="1561734" y="777651"/>
                  </a:lnTo>
                  <a:lnTo>
                    <a:pt x="1582283" y="817085"/>
                  </a:lnTo>
                  <a:lnTo>
                    <a:pt x="1602833" y="857576"/>
                  </a:lnTo>
                  <a:lnTo>
                    <a:pt x="1623382" y="899118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rc310"/>
            <p:cNvSpPr/>
            <p:nvPr/>
          </p:nvSpPr>
          <p:spPr>
            <a:xfrm>
              <a:off x="3227651" y="1198851"/>
              <a:ext cx="1785720" cy="4802015"/>
            </a:xfrm>
            <a:prstGeom prst="rect">
              <a:avLst/>
            </a:pr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rc311"/>
            <p:cNvSpPr/>
            <p:nvPr/>
          </p:nvSpPr>
          <p:spPr>
            <a:xfrm>
              <a:off x="1372341" y="983989"/>
              <a:ext cx="1785720" cy="214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tx312"/>
            <p:cNvSpPr/>
            <p:nvPr/>
          </p:nvSpPr>
          <p:spPr>
            <a:xfrm>
              <a:off x="2134778" y="1048691"/>
              <a:ext cx="260846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ASIR</a:t>
              </a:r>
            </a:p>
          </p:txBody>
        </p:sp>
        <p:sp>
          <p:nvSpPr>
            <p:cNvPr id="314" name="rc313"/>
            <p:cNvSpPr/>
            <p:nvPr/>
          </p:nvSpPr>
          <p:spPr>
            <a:xfrm>
              <a:off x="3227651" y="983989"/>
              <a:ext cx="1785720" cy="214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tx314"/>
            <p:cNvSpPr/>
            <p:nvPr/>
          </p:nvSpPr>
          <p:spPr>
            <a:xfrm>
              <a:off x="3965258" y="1048691"/>
              <a:ext cx="31050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ASDR</a:t>
              </a:r>
            </a:p>
          </p:txBody>
        </p:sp>
        <p:sp>
          <p:nvSpPr>
            <p:cNvPr id="316" name="pl315"/>
            <p:cNvSpPr/>
            <p:nvPr/>
          </p:nvSpPr>
          <p:spPr>
            <a:xfrm>
              <a:off x="1506416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2063323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2620229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tx318"/>
            <p:cNvSpPr/>
            <p:nvPr/>
          </p:nvSpPr>
          <p:spPr>
            <a:xfrm>
              <a:off x="1428736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320" name="tx319"/>
            <p:cNvSpPr/>
            <p:nvPr/>
          </p:nvSpPr>
          <p:spPr>
            <a:xfrm>
              <a:off x="1985642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321" name="tx320"/>
            <p:cNvSpPr/>
            <p:nvPr/>
          </p:nvSpPr>
          <p:spPr>
            <a:xfrm>
              <a:off x="2542548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322" name="pl321"/>
            <p:cNvSpPr/>
            <p:nvPr/>
          </p:nvSpPr>
          <p:spPr>
            <a:xfrm>
              <a:off x="3361726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3918632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4475539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tx324"/>
            <p:cNvSpPr/>
            <p:nvPr/>
          </p:nvSpPr>
          <p:spPr>
            <a:xfrm>
              <a:off x="3284045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326" name="tx325"/>
            <p:cNvSpPr/>
            <p:nvPr/>
          </p:nvSpPr>
          <p:spPr>
            <a:xfrm>
              <a:off x="3840952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327" name="tx326"/>
            <p:cNvSpPr/>
            <p:nvPr/>
          </p:nvSpPr>
          <p:spPr>
            <a:xfrm>
              <a:off x="4397858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328" name="tx327"/>
            <p:cNvSpPr/>
            <p:nvPr/>
          </p:nvSpPr>
          <p:spPr>
            <a:xfrm>
              <a:off x="1148183" y="4947047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329" name="tx328"/>
            <p:cNvSpPr/>
            <p:nvPr/>
          </p:nvSpPr>
          <p:spPr>
            <a:xfrm>
              <a:off x="1210339" y="3848136"/>
              <a:ext cx="99372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330" name="tx329"/>
            <p:cNvSpPr/>
            <p:nvPr/>
          </p:nvSpPr>
          <p:spPr>
            <a:xfrm>
              <a:off x="1247555" y="274638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1" name="tx330"/>
            <p:cNvSpPr/>
            <p:nvPr/>
          </p:nvSpPr>
          <p:spPr>
            <a:xfrm>
              <a:off x="1247555" y="1647475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32" name="pl331"/>
            <p:cNvSpPr/>
            <p:nvPr/>
          </p:nvSpPr>
          <p:spPr>
            <a:xfrm>
              <a:off x="1337547" y="4988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2"/>
            <p:cNvSpPr/>
            <p:nvPr/>
          </p:nvSpPr>
          <p:spPr>
            <a:xfrm>
              <a:off x="1337547" y="38884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3"/>
            <p:cNvSpPr/>
            <p:nvPr/>
          </p:nvSpPr>
          <p:spPr>
            <a:xfrm>
              <a:off x="1337547" y="27880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4"/>
            <p:cNvSpPr/>
            <p:nvPr/>
          </p:nvSpPr>
          <p:spPr>
            <a:xfrm>
              <a:off x="1337547" y="16877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6775" cap="flat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tx335"/>
            <p:cNvSpPr/>
            <p:nvPr/>
          </p:nvSpPr>
          <p:spPr>
            <a:xfrm>
              <a:off x="3072563" y="6201811"/>
              <a:ext cx="240586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HDI</a:t>
              </a:r>
            </a:p>
          </p:txBody>
        </p:sp>
        <p:sp>
          <p:nvSpPr>
            <p:cNvPr id="337" name="tx336"/>
            <p:cNvSpPr/>
            <p:nvPr/>
          </p:nvSpPr>
          <p:spPr>
            <a:xfrm rot="-5400000">
              <a:off x="842072" y="3548153"/>
              <a:ext cx="380423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EAPC</a:t>
              </a:r>
            </a:p>
          </p:txBody>
        </p:sp>
        <p:sp>
          <p:nvSpPr>
            <p:cNvPr id="338" name="rc337"/>
            <p:cNvSpPr/>
            <p:nvPr/>
          </p:nvSpPr>
          <p:spPr>
            <a:xfrm>
              <a:off x="5152549" y="3086809"/>
              <a:ext cx="1178661" cy="10260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tx338"/>
            <p:cNvSpPr/>
            <p:nvPr/>
          </p:nvSpPr>
          <p:spPr>
            <a:xfrm>
              <a:off x="5222138" y="3167687"/>
              <a:ext cx="893111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Cases in 1990</a:t>
              </a:r>
            </a:p>
          </p:txBody>
        </p:sp>
        <p:sp>
          <p:nvSpPr>
            <p:cNvPr id="340" name="rc339"/>
            <p:cNvSpPr/>
            <p:nvPr/>
          </p:nvSpPr>
          <p:spPr>
            <a:xfrm>
              <a:off x="5222138" y="3355387"/>
              <a:ext cx="249020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5325266" y="3443733"/>
              <a:ext cx="42764" cy="42764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1"/>
            <p:cNvSpPr/>
            <p:nvPr/>
          </p:nvSpPr>
          <p:spPr>
            <a:xfrm>
              <a:off x="5247040" y="3465115"/>
              <a:ext cx="199216" cy="0"/>
            </a:xfrm>
            <a:custGeom>
              <a:avLst/>
              <a:pathLst>
                <a:path w="199216" h="0">
                  <a:moveTo>
                    <a:pt x="0" y="0"/>
                  </a:moveTo>
                  <a:lnTo>
                    <a:pt x="199216" y="0"/>
                  </a:lnTo>
                </a:path>
              </a:pathLst>
            </a:custGeom>
            <a:ln w="3376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rc342"/>
            <p:cNvSpPr/>
            <p:nvPr/>
          </p:nvSpPr>
          <p:spPr>
            <a:xfrm>
              <a:off x="5222138" y="3574843"/>
              <a:ext cx="249020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5318062" y="3655985"/>
              <a:ext cx="57171" cy="57171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4"/>
            <p:cNvSpPr/>
            <p:nvPr/>
          </p:nvSpPr>
          <p:spPr>
            <a:xfrm>
              <a:off x="5247040" y="3684571"/>
              <a:ext cx="199216" cy="0"/>
            </a:xfrm>
            <a:custGeom>
              <a:avLst/>
              <a:pathLst>
                <a:path w="199216" h="0">
                  <a:moveTo>
                    <a:pt x="0" y="0"/>
                  </a:moveTo>
                  <a:lnTo>
                    <a:pt x="199216" y="0"/>
                  </a:lnTo>
                </a:path>
              </a:pathLst>
            </a:custGeom>
            <a:ln w="481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rc345"/>
            <p:cNvSpPr/>
            <p:nvPr/>
          </p:nvSpPr>
          <p:spPr>
            <a:xfrm>
              <a:off x="5222138" y="3794299"/>
              <a:ext cx="249020" cy="2490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5295282" y="3867443"/>
              <a:ext cx="102732" cy="102732"/>
            </a:xfrm>
            <a:prstGeom prst="ellipse">
              <a:avLst/>
            </a:prstGeom>
            <a:solidFill>
              <a:srgbClr val="0099CC">
                <a:alpha val="100000"/>
              </a:srgbClr>
            </a:solidFill>
            <a:ln w="9000" cap="rnd">
              <a:solidFill>
                <a:srgbClr val="0099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7"/>
            <p:cNvSpPr/>
            <p:nvPr/>
          </p:nvSpPr>
          <p:spPr>
            <a:xfrm>
              <a:off x="5247040" y="3918809"/>
              <a:ext cx="199216" cy="0"/>
            </a:xfrm>
            <a:custGeom>
              <a:avLst/>
              <a:pathLst>
                <a:path w="199216" h="0">
                  <a:moveTo>
                    <a:pt x="0" y="0"/>
                  </a:moveTo>
                  <a:lnTo>
                    <a:pt x="199216" y="0"/>
                  </a:lnTo>
                </a:path>
              </a:pathLst>
            </a:custGeom>
            <a:ln w="9373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tx348"/>
            <p:cNvSpPr/>
            <p:nvPr/>
          </p:nvSpPr>
          <p:spPr>
            <a:xfrm>
              <a:off x="5540748" y="3423423"/>
              <a:ext cx="25173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&lt;500</a:t>
              </a:r>
            </a:p>
          </p:txBody>
        </p:sp>
        <p:sp>
          <p:nvSpPr>
            <p:cNvPr id="350" name="tx349"/>
            <p:cNvSpPr/>
            <p:nvPr/>
          </p:nvSpPr>
          <p:spPr>
            <a:xfrm>
              <a:off x="5540748" y="3628418"/>
              <a:ext cx="503356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500-1,000</a:t>
              </a:r>
            </a:p>
          </p:txBody>
        </p:sp>
        <p:sp>
          <p:nvSpPr>
            <p:cNvPr id="351" name="tx350"/>
            <p:cNvSpPr/>
            <p:nvPr/>
          </p:nvSpPr>
          <p:spPr>
            <a:xfrm>
              <a:off x="5540748" y="3862656"/>
              <a:ext cx="720873" cy="96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10,000-50,000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2025-03-25T23:35:07Z</dcterms:modified>
  <cp:category/>
</cp:coreProperties>
</file>