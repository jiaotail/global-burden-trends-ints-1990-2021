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5486400" cy="5486400"/>
            <a:chOff x="914400" y="914400"/>
            <a:chExt cx="5486400" cy="54864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5486399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372341" y="1198851"/>
              <a:ext cx="1774911" cy="48020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372341" y="5544658"/>
              <a:ext cx="1774911" cy="0"/>
            </a:xfrm>
            <a:custGeom>
              <a:avLst/>
              <a:pathLst>
                <a:path w="1774911" h="0">
                  <a:moveTo>
                    <a:pt x="0" y="0"/>
                  </a:moveTo>
                  <a:lnTo>
                    <a:pt x="1774911" y="0"/>
                  </a:lnTo>
                  <a:lnTo>
                    <a:pt x="1774911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372341" y="4470308"/>
              <a:ext cx="1774911" cy="0"/>
            </a:xfrm>
            <a:custGeom>
              <a:avLst/>
              <a:pathLst>
                <a:path w="1774911" h="0">
                  <a:moveTo>
                    <a:pt x="0" y="0"/>
                  </a:moveTo>
                  <a:lnTo>
                    <a:pt x="1774911" y="0"/>
                  </a:lnTo>
                  <a:lnTo>
                    <a:pt x="1774911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372341" y="3395957"/>
              <a:ext cx="1774911" cy="0"/>
            </a:xfrm>
            <a:custGeom>
              <a:avLst/>
              <a:pathLst>
                <a:path w="1774911" h="0">
                  <a:moveTo>
                    <a:pt x="0" y="0"/>
                  </a:moveTo>
                  <a:lnTo>
                    <a:pt x="1774911" y="0"/>
                  </a:lnTo>
                  <a:lnTo>
                    <a:pt x="1774911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372341" y="2321607"/>
              <a:ext cx="1774911" cy="0"/>
            </a:xfrm>
            <a:custGeom>
              <a:avLst/>
              <a:pathLst>
                <a:path w="1774911" h="0">
                  <a:moveTo>
                    <a:pt x="0" y="0"/>
                  </a:moveTo>
                  <a:lnTo>
                    <a:pt x="1774911" y="0"/>
                  </a:lnTo>
                  <a:lnTo>
                    <a:pt x="1774911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372341" y="1247256"/>
              <a:ext cx="1774911" cy="0"/>
            </a:xfrm>
            <a:custGeom>
              <a:avLst/>
              <a:pathLst>
                <a:path w="1774911" h="0">
                  <a:moveTo>
                    <a:pt x="0" y="0"/>
                  </a:moveTo>
                  <a:lnTo>
                    <a:pt x="1774911" y="0"/>
                  </a:lnTo>
                  <a:lnTo>
                    <a:pt x="1774911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659780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084552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509323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4094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372341" y="5007483"/>
              <a:ext cx="1774911" cy="0"/>
            </a:xfrm>
            <a:custGeom>
              <a:avLst/>
              <a:pathLst>
                <a:path w="1774911" h="0">
                  <a:moveTo>
                    <a:pt x="0" y="0"/>
                  </a:moveTo>
                  <a:lnTo>
                    <a:pt x="1774911" y="0"/>
                  </a:lnTo>
                  <a:lnTo>
                    <a:pt x="1774911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372341" y="3933132"/>
              <a:ext cx="1774911" cy="0"/>
            </a:xfrm>
            <a:custGeom>
              <a:avLst/>
              <a:pathLst>
                <a:path w="1774911" h="0">
                  <a:moveTo>
                    <a:pt x="0" y="0"/>
                  </a:moveTo>
                  <a:lnTo>
                    <a:pt x="1774911" y="0"/>
                  </a:lnTo>
                  <a:lnTo>
                    <a:pt x="1774911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372341" y="2858782"/>
              <a:ext cx="1774911" cy="0"/>
            </a:xfrm>
            <a:custGeom>
              <a:avLst/>
              <a:pathLst>
                <a:path w="1774911" h="0">
                  <a:moveTo>
                    <a:pt x="0" y="0"/>
                  </a:moveTo>
                  <a:lnTo>
                    <a:pt x="1774911" y="0"/>
                  </a:lnTo>
                  <a:lnTo>
                    <a:pt x="1774911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372341" y="1784431"/>
              <a:ext cx="1774911" cy="0"/>
            </a:xfrm>
            <a:custGeom>
              <a:avLst/>
              <a:pathLst>
                <a:path w="1774911" h="0">
                  <a:moveTo>
                    <a:pt x="0" y="0"/>
                  </a:moveTo>
                  <a:lnTo>
                    <a:pt x="1774911" y="0"/>
                  </a:lnTo>
                  <a:lnTo>
                    <a:pt x="1774911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447395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872166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2296937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2721709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3146480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1434998" y="2837428"/>
              <a:ext cx="36996" cy="3699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1448352" y="2865930"/>
              <a:ext cx="36322" cy="3632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1779129" y="3013232"/>
              <a:ext cx="63524" cy="6352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1435066" y="2818383"/>
              <a:ext cx="36263" cy="3626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1447141" y="2888643"/>
              <a:ext cx="48036" cy="4803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1436587" y="2734137"/>
              <a:ext cx="40803" cy="4080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1434572" y="3071663"/>
              <a:ext cx="37027" cy="3702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1435545" y="2812305"/>
              <a:ext cx="39256" cy="3925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1434853" y="2971156"/>
              <a:ext cx="37754" cy="3775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1434980" y="2843482"/>
              <a:ext cx="37974" cy="3797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4"/>
            <p:cNvSpPr/>
            <p:nvPr/>
          </p:nvSpPr>
          <p:spPr>
            <a:xfrm>
              <a:off x="1455599" y="2711981"/>
              <a:ext cx="37507" cy="3750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5"/>
            <p:cNvSpPr/>
            <p:nvPr/>
          </p:nvSpPr>
          <p:spPr>
            <a:xfrm>
              <a:off x="1439129" y="2857292"/>
              <a:ext cx="36473" cy="3647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6"/>
            <p:cNvSpPr/>
            <p:nvPr/>
          </p:nvSpPr>
          <p:spPr>
            <a:xfrm>
              <a:off x="1434391" y="2840073"/>
              <a:ext cx="37747" cy="3774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7"/>
            <p:cNvSpPr/>
            <p:nvPr/>
          </p:nvSpPr>
          <p:spPr>
            <a:xfrm>
              <a:off x="1435624" y="2995985"/>
              <a:ext cx="38106" cy="3810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1444790" y="2900399"/>
              <a:ext cx="36693" cy="3669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2065419" y="2575690"/>
              <a:ext cx="60948" cy="6094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1435034" y="2819139"/>
              <a:ext cx="36234" cy="3623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1"/>
            <p:cNvSpPr/>
            <p:nvPr/>
          </p:nvSpPr>
          <p:spPr>
            <a:xfrm>
              <a:off x="1459825" y="3355211"/>
              <a:ext cx="37197" cy="3719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2"/>
            <p:cNvSpPr/>
            <p:nvPr/>
          </p:nvSpPr>
          <p:spPr>
            <a:xfrm>
              <a:off x="1433788" y="2763871"/>
              <a:ext cx="38932" cy="3893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3"/>
            <p:cNvSpPr/>
            <p:nvPr/>
          </p:nvSpPr>
          <p:spPr>
            <a:xfrm>
              <a:off x="1434953" y="2837699"/>
              <a:ext cx="37089" cy="3708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4"/>
            <p:cNvSpPr/>
            <p:nvPr/>
          </p:nvSpPr>
          <p:spPr>
            <a:xfrm>
              <a:off x="1596427" y="3419256"/>
              <a:ext cx="40772" cy="4077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5"/>
            <p:cNvSpPr/>
            <p:nvPr/>
          </p:nvSpPr>
          <p:spPr>
            <a:xfrm>
              <a:off x="1434992" y="2840843"/>
              <a:ext cx="36468" cy="3646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6"/>
            <p:cNvSpPr/>
            <p:nvPr/>
          </p:nvSpPr>
          <p:spPr>
            <a:xfrm>
              <a:off x="1434855" y="3022361"/>
              <a:ext cx="37527" cy="3752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7"/>
            <p:cNvSpPr/>
            <p:nvPr/>
          </p:nvSpPr>
          <p:spPr>
            <a:xfrm>
              <a:off x="2555868" y="2830564"/>
              <a:ext cx="79522" cy="7952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8"/>
            <p:cNvSpPr/>
            <p:nvPr/>
          </p:nvSpPr>
          <p:spPr>
            <a:xfrm>
              <a:off x="1490982" y="4089367"/>
              <a:ext cx="43377" cy="4337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49"/>
            <p:cNvSpPr/>
            <p:nvPr/>
          </p:nvSpPr>
          <p:spPr>
            <a:xfrm>
              <a:off x="1579194" y="3509392"/>
              <a:ext cx="38105" cy="3810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0"/>
            <p:cNvSpPr/>
            <p:nvPr/>
          </p:nvSpPr>
          <p:spPr>
            <a:xfrm>
              <a:off x="1476060" y="3210269"/>
              <a:ext cx="42848" cy="4284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1"/>
            <p:cNvSpPr/>
            <p:nvPr/>
          </p:nvSpPr>
          <p:spPr>
            <a:xfrm>
              <a:off x="2035918" y="2995418"/>
              <a:ext cx="72218" cy="7221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2"/>
            <p:cNvSpPr/>
            <p:nvPr/>
          </p:nvSpPr>
          <p:spPr>
            <a:xfrm>
              <a:off x="1433585" y="2921259"/>
              <a:ext cx="39398" cy="3939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3"/>
            <p:cNvSpPr/>
            <p:nvPr/>
          </p:nvSpPr>
          <p:spPr>
            <a:xfrm>
              <a:off x="2164204" y="3054191"/>
              <a:ext cx="51776" cy="5177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4"/>
            <p:cNvSpPr/>
            <p:nvPr/>
          </p:nvSpPr>
          <p:spPr>
            <a:xfrm>
              <a:off x="1960097" y="3131770"/>
              <a:ext cx="63574" cy="6357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5"/>
            <p:cNvSpPr/>
            <p:nvPr/>
          </p:nvSpPr>
          <p:spPr>
            <a:xfrm>
              <a:off x="1446060" y="2802906"/>
              <a:ext cx="40211" cy="4021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6"/>
            <p:cNvSpPr/>
            <p:nvPr/>
          </p:nvSpPr>
          <p:spPr>
            <a:xfrm>
              <a:off x="1435302" y="2967785"/>
              <a:ext cx="40580" cy="4058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7"/>
            <p:cNvSpPr/>
            <p:nvPr/>
          </p:nvSpPr>
          <p:spPr>
            <a:xfrm>
              <a:off x="1440713" y="2926275"/>
              <a:ext cx="36566" cy="3656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8"/>
            <p:cNvSpPr/>
            <p:nvPr/>
          </p:nvSpPr>
          <p:spPr>
            <a:xfrm>
              <a:off x="1435960" y="2830909"/>
              <a:ext cx="36251" cy="3625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59"/>
            <p:cNvSpPr/>
            <p:nvPr/>
          </p:nvSpPr>
          <p:spPr>
            <a:xfrm>
              <a:off x="1787208" y="3264503"/>
              <a:ext cx="46521" cy="4652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0"/>
            <p:cNvSpPr/>
            <p:nvPr/>
          </p:nvSpPr>
          <p:spPr>
            <a:xfrm>
              <a:off x="1447096" y="2840380"/>
              <a:ext cx="36223" cy="3622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1"/>
            <p:cNvSpPr/>
            <p:nvPr/>
          </p:nvSpPr>
          <p:spPr>
            <a:xfrm>
              <a:off x="1435005" y="2796571"/>
              <a:ext cx="37330" cy="3733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2"/>
            <p:cNvSpPr/>
            <p:nvPr/>
          </p:nvSpPr>
          <p:spPr>
            <a:xfrm>
              <a:off x="2475116" y="2668791"/>
              <a:ext cx="80542" cy="8054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3"/>
            <p:cNvSpPr/>
            <p:nvPr/>
          </p:nvSpPr>
          <p:spPr>
            <a:xfrm>
              <a:off x="1434437" y="3027803"/>
              <a:ext cx="37185" cy="3718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4"/>
            <p:cNvSpPr/>
            <p:nvPr/>
          </p:nvSpPr>
          <p:spPr>
            <a:xfrm>
              <a:off x="1442891" y="2785418"/>
              <a:ext cx="38929" cy="3892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5"/>
            <p:cNvSpPr/>
            <p:nvPr/>
          </p:nvSpPr>
          <p:spPr>
            <a:xfrm>
              <a:off x="1435284" y="2829383"/>
              <a:ext cx="36742" cy="3674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6"/>
            <p:cNvSpPr/>
            <p:nvPr/>
          </p:nvSpPr>
          <p:spPr>
            <a:xfrm>
              <a:off x="1435667" y="3011191"/>
              <a:ext cx="38067" cy="3806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7"/>
            <p:cNvSpPr/>
            <p:nvPr/>
          </p:nvSpPr>
          <p:spPr>
            <a:xfrm>
              <a:off x="2104265" y="3627537"/>
              <a:ext cx="97675" cy="9767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8"/>
            <p:cNvSpPr/>
            <p:nvPr/>
          </p:nvSpPr>
          <p:spPr>
            <a:xfrm>
              <a:off x="1436915" y="2721876"/>
              <a:ext cx="39554" cy="3955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69"/>
            <p:cNvSpPr/>
            <p:nvPr/>
          </p:nvSpPr>
          <p:spPr>
            <a:xfrm>
              <a:off x="1577887" y="3590165"/>
              <a:ext cx="37453" cy="3745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0"/>
            <p:cNvSpPr/>
            <p:nvPr/>
          </p:nvSpPr>
          <p:spPr>
            <a:xfrm>
              <a:off x="1468278" y="3222490"/>
              <a:ext cx="42839" cy="4283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1"/>
            <p:cNvSpPr/>
            <p:nvPr/>
          </p:nvSpPr>
          <p:spPr>
            <a:xfrm>
              <a:off x="1483169" y="3240666"/>
              <a:ext cx="38233" cy="3823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2"/>
            <p:cNvSpPr/>
            <p:nvPr/>
          </p:nvSpPr>
          <p:spPr>
            <a:xfrm>
              <a:off x="1440251" y="3380770"/>
              <a:ext cx="37879" cy="3787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3"/>
            <p:cNvSpPr/>
            <p:nvPr/>
          </p:nvSpPr>
          <p:spPr>
            <a:xfrm>
              <a:off x="1456770" y="3288529"/>
              <a:ext cx="37509" cy="3750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4"/>
            <p:cNvSpPr/>
            <p:nvPr/>
          </p:nvSpPr>
          <p:spPr>
            <a:xfrm>
              <a:off x="1435050" y="2832534"/>
              <a:ext cx="38061" cy="3806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5"/>
            <p:cNvSpPr/>
            <p:nvPr/>
          </p:nvSpPr>
          <p:spPr>
            <a:xfrm>
              <a:off x="1437776" y="2832072"/>
              <a:ext cx="37315" cy="3731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6"/>
            <p:cNvSpPr/>
            <p:nvPr/>
          </p:nvSpPr>
          <p:spPr>
            <a:xfrm>
              <a:off x="1441788" y="2847028"/>
              <a:ext cx="39777" cy="3977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7"/>
            <p:cNvSpPr/>
            <p:nvPr/>
          </p:nvSpPr>
          <p:spPr>
            <a:xfrm>
              <a:off x="1434549" y="2839274"/>
              <a:ext cx="37519" cy="3751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8"/>
            <p:cNvSpPr/>
            <p:nvPr/>
          </p:nvSpPr>
          <p:spPr>
            <a:xfrm>
              <a:off x="2008697" y="3918045"/>
              <a:ext cx="43105" cy="4310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79"/>
            <p:cNvSpPr/>
            <p:nvPr/>
          </p:nvSpPr>
          <p:spPr>
            <a:xfrm>
              <a:off x="1435138" y="2909420"/>
              <a:ext cx="36725" cy="3672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0"/>
            <p:cNvSpPr/>
            <p:nvPr/>
          </p:nvSpPr>
          <p:spPr>
            <a:xfrm>
              <a:off x="1678057" y="3209583"/>
              <a:ext cx="40039" cy="4003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1"/>
            <p:cNvSpPr/>
            <p:nvPr/>
          </p:nvSpPr>
          <p:spPr>
            <a:xfrm>
              <a:off x="1435295" y="2825527"/>
              <a:ext cx="43938" cy="4393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2"/>
            <p:cNvSpPr/>
            <p:nvPr/>
          </p:nvSpPr>
          <p:spPr>
            <a:xfrm>
              <a:off x="1499340" y="2969158"/>
              <a:ext cx="47512" cy="4751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3"/>
            <p:cNvSpPr/>
            <p:nvPr/>
          </p:nvSpPr>
          <p:spPr>
            <a:xfrm>
              <a:off x="1432704" y="2900338"/>
              <a:ext cx="41025" cy="4102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4"/>
            <p:cNvSpPr/>
            <p:nvPr/>
          </p:nvSpPr>
          <p:spPr>
            <a:xfrm>
              <a:off x="2512543" y="2985967"/>
              <a:ext cx="171607" cy="17160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5"/>
            <p:cNvSpPr/>
            <p:nvPr/>
          </p:nvSpPr>
          <p:spPr>
            <a:xfrm>
              <a:off x="1475751" y="3314768"/>
              <a:ext cx="44576" cy="4457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6"/>
            <p:cNvSpPr/>
            <p:nvPr/>
          </p:nvSpPr>
          <p:spPr>
            <a:xfrm>
              <a:off x="1452660" y="2978065"/>
              <a:ext cx="36460" cy="3646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7"/>
            <p:cNvSpPr/>
            <p:nvPr/>
          </p:nvSpPr>
          <p:spPr>
            <a:xfrm>
              <a:off x="1435472" y="2985398"/>
              <a:ext cx="47296" cy="4729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8"/>
            <p:cNvSpPr/>
            <p:nvPr/>
          </p:nvSpPr>
          <p:spPr>
            <a:xfrm>
              <a:off x="1447006" y="2975432"/>
              <a:ext cx="37042" cy="3704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89"/>
            <p:cNvSpPr/>
            <p:nvPr/>
          </p:nvSpPr>
          <p:spPr>
            <a:xfrm>
              <a:off x="1434647" y="2801536"/>
              <a:ext cx="37366" cy="3736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0"/>
            <p:cNvSpPr/>
            <p:nvPr/>
          </p:nvSpPr>
          <p:spPr>
            <a:xfrm>
              <a:off x="1433758" y="3106348"/>
              <a:ext cx="40795" cy="4079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1"/>
            <p:cNvSpPr/>
            <p:nvPr/>
          </p:nvSpPr>
          <p:spPr>
            <a:xfrm>
              <a:off x="1557847" y="4169308"/>
              <a:ext cx="39710" cy="3971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2"/>
            <p:cNvSpPr/>
            <p:nvPr/>
          </p:nvSpPr>
          <p:spPr>
            <a:xfrm>
              <a:off x="1923752" y="3649431"/>
              <a:ext cx="44879" cy="4487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3"/>
            <p:cNvSpPr/>
            <p:nvPr/>
          </p:nvSpPr>
          <p:spPr>
            <a:xfrm>
              <a:off x="1441665" y="2894268"/>
              <a:ext cx="37605" cy="3760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4"/>
            <p:cNvSpPr/>
            <p:nvPr/>
          </p:nvSpPr>
          <p:spPr>
            <a:xfrm>
              <a:off x="1734766" y="2865636"/>
              <a:ext cx="61948" cy="6194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5"/>
            <p:cNvSpPr/>
            <p:nvPr/>
          </p:nvSpPr>
          <p:spPr>
            <a:xfrm>
              <a:off x="1435436" y="3075153"/>
              <a:ext cx="36548" cy="3654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6"/>
            <p:cNvSpPr/>
            <p:nvPr/>
          </p:nvSpPr>
          <p:spPr>
            <a:xfrm>
              <a:off x="1435292" y="2848366"/>
              <a:ext cx="36231" cy="3623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7"/>
            <p:cNvSpPr/>
            <p:nvPr/>
          </p:nvSpPr>
          <p:spPr>
            <a:xfrm>
              <a:off x="1435185" y="2844998"/>
              <a:ext cx="36276" cy="3627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8"/>
            <p:cNvSpPr/>
            <p:nvPr/>
          </p:nvSpPr>
          <p:spPr>
            <a:xfrm>
              <a:off x="1446380" y="2810930"/>
              <a:ext cx="36466" cy="3646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99"/>
            <p:cNvSpPr/>
            <p:nvPr/>
          </p:nvSpPr>
          <p:spPr>
            <a:xfrm>
              <a:off x="1434089" y="2792756"/>
              <a:ext cx="38330" cy="3833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0"/>
            <p:cNvSpPr/>
            <p:nvPr/>
          </p:nvSpPr>
          <p:spPr>
            <a:xfrm>
              <a:off x="2885139" y="2299381"/>
              <a:ext cx="73137" cy="7313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1"/>
            <p:cNvSpPr/>
            <p:nvPr/>
          </p:nvSpPr>
          <p:spPr>
            <a:xfrm>
              <a:off x="1811950" y="3453633"/>
              <a:ext cx="43438" cy="4343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2"/>
            <p:cNvSpPr/>
            <p:nvPr/>
          </p:nvSpPr>
          <p:spPr>
            <a:xfrm>
              <a:off x="1443131" y="2761519"/>
              <a:ext cx="36851" cy="3685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3"/>
            <p:cNvSpPr/>
            <p:nvPr/>
          </p:nvSpPr>
          <p:spPr>
            <a:xfrm>
              <a:off x="1434945" y="2819171"/>
              <a:ext cx="38261" cy="3826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4"/>
            <p:cNvSpPr/>
            <p:nvPr/>
          </p:nvSpPr>
          <p:spPr>
            <a:xfrm>
              <a:off x="1451748" y="2806511"/>
              <a:ext cx="40138" cy="4013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5"/>
            <p:cNvSpPr/>
            <p:nvPr/>
          </p:nvSpPr>
          <p:spPr>
            <a:xfrm>
              <a:off x="1434367" y="2780379"/>
              <a:ext cx="37795" cy="3779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6"/>
            <p:cNvSpPr/>
            <p:nvPr/>
          </p:nvSpPr>
          <p:spPr>
            <a:xfrm>
              <a:off x="1434361" y="2839259"/>
              <a:ext cx="37895" cy="3789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7"/>
            <p:cNvSpPr/>
            <p:nvPr/>
          </p:nvSpPr>
          <p:spPr>
            <a:xfrm>
              <a:off x="1436964" y="2984687"/>
              <a:ext cx="38065" cy="3806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8"/>
            <p:cNvSpPr/>
            <p:nvPr/>
          </p:nvSpPr>
          <p:spPr>
            <a:xfrm>
              <a:off x="1435083" y="2831261"/>
              <a:ext cx="36423" cy="3642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09"/>
            <p:cNvSpPr/>
            <p:nvPr/>
          </p:nvSpPr>
          <p:spPr>
            <a:xfrm>
              <a:off x="1471783" y="2827239"/>
              <a:ext cx="41387" cy="4138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0"/>
            <p:cNvSpPr/>
            <p:nvPr/>
          </p:nvSpPr>
          <p:spPr>
            <a:xfrm>
              <a:off x="1446630" y="2838088"/>
              <a:ext cx="36571" cy="3657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1"/>
            <p:cNvSpPr/>
            <p:nvPr/>
          </p:nvSpPr>
          <p:spPr>
            <a:xfrm>
              <a:off x="1459178" y="3002726"/>
              <a:ext cx="104700" cy="10470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2"/>
            <p:cNvSpPr/>
            <p:nvPr/>
          </p:nvSpPr>
          <p:spPr>
            <a:xfrm>
              <a:off x="1470950" y="2904237"/>
              <a:ext cx="63666" cy="6366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3"/>
            <p:cNvSpPr/>
            <p:nvPr/>
          </p:nvSpPr>
          <p:spPr>
            <a:xfrm>
              <a:off x="1454916" y="2871687"/>
              <a:ext cx="44378" cy="4437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4"/>
            <p:cNvSpPr/>
            <p:nvPr/>
          </p:nvSpPr>
          <p:spPr>
            <a:xfrm>
              <a:off x="1434992" y="2984406"/>
              <a:ext cx="37343" cy="3734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5"/>
            <p:cNvSpPr/>
            <p:nvPr/>
          </p:nvSpPr>
          <p:spPr>
            <a:xfrm>
              <a:off x="1534618" y="2727845"/>
              <a:ext cx="51053" cy="5105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6"/>
            <p:cNvSpPr/>
            <p:nvPr/>
          </p:nvSpPr>
          <p:spPr>
            <a:xfrm>
              <a:off x="1455495" y="2795099"/>
              <a:ext cx="47684" cy="4768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7"/>
            <p:cNvSpPr/>
            <p:nvPr/>
          </p:nvSpPr>
          <p:spPr>
            <a:xfrm>
              <a:off x="1678379" y="3131049"/>
              <a:ext cx="44581" cy="4458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8"/>
            <p:cNvSpPr/>
            <p:nvPr/>
          </p:nvSpPr>
          <p:spPr>
            <a:xfrm>
              <a:off x="1511849" y="2611969"/>
              <a:ext cx="73950" cy="7395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19"/>
            <p:cNvSpPr/>
            <p:nvPr/>
          </p:nvSpPr>
          <p:spPr>
            <a:xfrm>
              <a:off x="1448540" y="2676597"/>
              <a:ext cx="43169" cy="4316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0"/>
            <p:cNvSpPr/>
            <p:nvPr/>
          </p:nvSpPr>
          <p:spPr>
            <a:xfrm>
              <a:off x="1438448" y="2696998"/>
              <a:ext cx="37257" cy="3725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1"/>
            <p:cNvSpPr/>
            <p:nvPr/>
          </p:nvSpPr>
          <p:spPr>
            <a:xfrm>
              <a:off x="1439280" y="2729457"/>
              <a:ext cx="44406" cy="4440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2"/>
            <p:cNvSpPr/>
            <p:nvPr/>
          </p:nvSpPr>
          <p:spPr>
            <a:xfrm>
              <a:off x="1443878" y="2632296"/>
              <a:ext cx="40167" cy="4016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3"/>
            <p:cNvSpPr/>
            <p:nvPr/>
          </p:nvSpPr>
          <p:spPr>
            <a:xfrm>
              <a:off x="2130300" y="3386180"/>
              <a:ext cx="80607" cy="8060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4"/>
            <p:cNvSpPr/>
            <p:nvPr/>
          </p:nvSpPr>
          <p:spPr>
            <a:xfrm>
              <a:off x="1460567" y="2793534"/>
              <a:ext cx="36566" cy="3656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5"/>
            <p:cNvSpPr/>
            <p:nvPr/>
          </p:nvSpPr>
          <p:spPr>
            <a:xfrm>
              <a:off x="1433262" y="2838708"/>
              <a:ext cx="39927" cy="3992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6"/>
            <p:cNvSpPr/>
            <p:nvPr/>
          </p:nvSpPr>
          <p:spPr>
            <a:xfrm>
              <a:off x="1443266" y="2919721"/>
              <a:ext cx="38485" cy="3848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7"/>
            <p:cNvSpPr/>
            <p:nvPr/>
          </p:nvSpPr>
          <p:spPr>
            <a:xfrm>
              <a:off x="1492812" y="3161502"/>
              <a:ext cx="41248" cy="4124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8"/>
            <p:cNvSpPr/>
            <p:nvPr/>
          </p:nvSpPr>
          <p:spPr>
            <a:xfrm>
              <a:off x="1434839" y="2822282"/>
              <a:ext cx="36830" cy="3683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29"/>
            <p:cNvSpPr/>
            <p:nvPr/>
          </p:nvSpPr>
          <p:spPr>
            <a:xfrm>
              <a:off x="1460141" y="2734355"/>
              <a:ext cx="39068" cy="3906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0"/>
            <p:cNvSpPr/>
            <p:nvPr/>
          </p:nvSpPr>
          <p:spPr>
            <a:xfrm>
              <a:off x="1765664" y="3046432"/>
              <a:ext cx="41834" cy="4183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1"/>
            <p:cNvSpPr/>
            <p:nvPr/>
          </p:nvSpPr>
          <p:spPr>
            <a:xfrm>
              <a:off x="2166327" y="2880638"/>
              <a:ext cx="52059" cy="5205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2"/>
            <p:cNvSpPr/>
            <p:nvPr/>
          </p:nvSpPr>
          <p:spPr>
            <a:xfrm>
              <a:off x="1434736" y="2800345"/>
              <a:ext cx="36984" cy="3698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3"/>
            <p:cNvSpPr/>
            <p:nvPr/>
          </p:nvSpPr>
          <p:spPr>
            <a:xfrm>
              <a:off x="1435735" y="3112020"/>
              <a:ext cx="39803" cy="3980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4"/>
            <p:cNvSpPr/>
            <p:nvPr/>
          </p:nvSpPr>
          <p:spPr>
            <a:xfrm>
              <a:off x="2372371" y="4280215"/>
              <a:ext cx="68445" cy="6844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5"/>
            <p:cNvSpPr/>
            <p:nvPr/>
          </p:nvSpPr>
          <p:spPr>
            <a:xfrm>
              <a:off x="1453914" y="2945324"/>
              <a:ext cx="42707" cy="4270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6"/>
            <p:cNvSpPr/>
            <p:nvPr/>
          </p:nvSpPr>
          <p:spPr>
            <a:xfrm>
              <a:off x="1497704" y="3174369"/>
              <a:ext cx="37365" cy="3736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7"/>
            <p:cNvSpPr/>
            <p:nvPr/>
          </p:nvSpPr>
          <p:spPr>
            <a:xfrm>
              <a:off x="3021620" y="2567847"/>
              <a:ext cx="89911" cy="8991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8"/>
            <p:cNvSpPr/>
            <p:nvPr/>
          </p:nvSpPr>
          <p:spPr>
            <a:xfrm>
              <a:off x="1435044" y="2838365"/>
              <a:ext cx="36457" cy="3645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39"/>
            <p:cNvSpPr/>
            <p:nvPr/>
          </p:nvSpPr>
          <p:spPr>
            <a:xfrm>
              <a:off x="1454141" y="3026442"/>
              <a:ext cx="36377" cy="3637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0"/>
            <p:cNvSpPr/>
            <p:nvPr/>
          </p:nvSpPr>
          <p:spPr>
            <a:xfrm>
              <a:off x="1451634" y="2900573"/>
              <a:ext cx="37229" cy="3722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1"/>
            <p:cNvSpPr/>
            <p:nvPr/>
          </p:nvSpPr>
          <p:spPr>
            <a:xfrm>
              <a:off x="1435023" y="2783518"/>
              <a:ext cx="37143" cy="3714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2"/>
            <p:cNvSpPr/>
            <p:nvPr/>
          </p:nvSpPr>
          <p:spPr>
            <a:xfrm>
              <a:off x="1435470" y="2827983"/>
              <a:ext cx="37195" cy="3719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3"/>
            <p:cNvSpPr/>
            <p:nvPr/>
          </p:nvSpPr>
          <p:spPr>
            <a:xfrm>
              <a:off x="1435231" y="2837879"/>
              <a:ext cx="36533" cy="3653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4"/>
            <p:cNvSpPr/>
            <p:nvPr/>
          </p:nvSpPr>
          <p:spPr>
            <a:xfrm>
              <a:off x="1461055" y="3072814"/>
              <a:ext cx="44380" cy="4438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5"/>
            <p:cNvSpPr/>
            <p:nvPr/>
          </p:nvSpPr>
          <p:spPr>
            <a:xfrm>
              <a:off x="1747586" y="4068576"/>
              <a:ext cx="61101" cy="6110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6"/>
            <p:cNvSpPr/>
            <p:nvPr/>
          </p:nvSpPr>
          <p:spPr>
            <a:xfrm>
              <a:off x="1674257" y="3448416"/>
              <a:ext cx="41756" cy="4175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7"/>
            <p:cNvSpPr/>
            <p:nvPr/>
          </p:nvSpPr>
          <p:spPr>
            <a:xfrm>
              <a:off x="1450101" y="2923877"/>
              <a:ext cx="36216" cy="3621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8"/>
            <p:cNvSpPr/>
            <p:nvPr/>
          </p:nvSpPr>
          <p:spPr>
            <a:xfrm>
              <a:off x="1435120" y="3056710"/>
              <a:ext cx="38512" cy="3851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49"/>
            <p:cNvSpPr/>
            <p:nvPr/>
          </p:nvSpPr>
          <p:spPr>
            <a:xfrm>
              <a:off x="1443019" y="2750492"/>
              <a:ext cx="37956" cy="3795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0"/>
            <p:cNvSpPr/>
            <p:nvPr/>
          </p:nvSpPr>
          <p:spPr>
            <a:xfrm>
              <a:off x="1434543" y="2838064"/>
              <a:ext cx="37549" cy="3754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1"/>
            <p:cNvSpPr/>
            <p:nvPr/>
          </p:nvSpPr>
          <p:spPr>
            <a:xfrm>
              <a:off x="2553947" y="2328690"/>
              <a:ext cx="83353" cy="8335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2"/>
            <p:cNvSpPr/>
            <p:nvPr/>
          </p:nvSpPr>
          <p:spPr>
            <a:xfrm>
              <a:off x="1448778" y="2904993"/>
              <a:ext cx="36140" cy="3614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3"/>
            <p:cNvSpPr/>
            <p:nvPr/>
          </p:nvSpPr>
          <p:spPr>
            <a:xfrm>
              <a:off x="1435043" y="2837857"/>
              <a:ext cx="36905" cy="3690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4"/>
            <p:cNvSpPr/>
            <p:nvPr/>
          </p:nvSpPr>
          <p:spPr>
            <a:xfrm>
              <a:off x="1447628" y="2728005"/>
              <a:ext cx="36307" cy="3630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5"/>
            <p:cNvSpPr/>
            <p:nvPr/>
          </p:nvSpPr>
          <p:spPr>
            <a:xfrm>
              <a:off x="1445763" y="2770101"/>
              <a:ext cx="38161" cy="3816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6"/>
            <p:cNvSpPr/>
            <p:nvPr/>
          </p:nvSpPr>
          <p:spPr>
            <a:xfrm>
              <a:off x="1447646" y="2848518"/>
              <a:ext cx="36222" cy="3622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7"/>
            <p:cNvSpPr/>
            <p:nvPr/>
          </p:nvSpPr>
          <p:spPr>
            <a:xfrm>
              <a:off x="1463225" y="3072655"/>
              <a:ext cx="39360" cy="3936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8"/>
            <p:cNvSpPr/>
            <p:nvPr/>
          </p:nvSpPr>
          <p:spPr>
            <a:xfrm>
              <a:off x="1437043" y="2810131"/>
              <a:ext cx="37466" cy="3746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59"/>
            <p:cNvSpPr/>
            <p:nvPr/>
          </p:nvSpPr>
          <p:spPr>
            <a:xfrm>
              <a:off x="1440300" y="2860765"/>
              <a:ext cx="38201" cy="3820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0"/>
            <p:cNvSpPr/>
            <p:nvPr/>
          </p:nvSpPr>
          <p:spPr>
            <a:xfrm>
              <a:off x="1512109" y="2749185"/>
              <a:ext cx="65244" cy="6524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1"/>
            <p:cNvSpPr/>
            <p:nvPr/>
          </p:nvSpPr>
          <p:spPr>
            <a:xfrm>
              <a:off x="1425880" y="2852538"/>
              <a:ext cx="61439" cy="6143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2"/>
            <p:cNvSpPr/>
            <p:nvPr/>
          </p:nvSpPr>
          <p:spPr>
            <a:xfrm>
              <a:off x="1452085" y="2754156"/>
              <a:ext cx="44026" cy="4402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3"/>
            <p:cNvSpPr/>
            <p:nvPr/>
          </p:nvSpPr>
          <p:spPr>
            <a:xfrm>
              <a:off x="1441037" y="2852321"/>
              <a:ext cx="41270" cy="4127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4"/>
            <p:cNvSpPr/>
            <p:nvPr/>
          </p:nvSpPr>
          <p:spPr>
            <a:xfrm>
              <a:off x="1482611" y="3048240"/>
              <a:ext cx="55665" cy="5566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5"/>
            <p:cNvSpPr/>
            <p:nvPr/>
          </p:nvSpPr>
          <p:spPr>
            <a:xfrm>
              <a:off x="1442125" y="2856234"/>
              <a:ext cx="39103" cy="3910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6"/>
            <p:cNvSpPr/>
            <p:nvPr/>
          </p:nvSpPr>
          <p:spPr>
            <a:xfrm>
              <a:off x="1440237" y="2837540"/>
              <a:ext cx="40795" cy="4079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7"/>
            <p:cNvSpPr/>
            <p:nvPr/>
          </p:nvSpPr>
          <p:spPr>
            <a:xfrm>
              <a:off x="1434325" y="2878945"/>
              <a:ext cx="37831" cy="3783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8"/>
            <p:cNvSpPr/>
            <p:nvPr/>
          </p:nvSpPr>
          <p:spPr>
            <a:xfrm>
              <a:off x="1435522" y="2827584"/>
              <a:ext cx="36259" cy="3625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69"/>
            <p:cNvSpPr/>
            <p:nvPr/>
          </p:nvSpPr>
          <p:spPr>
            <a:xfrm>
              <a:off x="1435549" y="2827407"/>
              <a:ext cx="36206" cy="3620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0"/>
            <p:cNvSpPr/>
            <p:nvPr/>
          </p:nvSpPr>
          <p:spPr>
            <a:xfrm>
              <a:off x="1448313" y="2774992"/>
              <a:ext cx="37881" cy="3788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1"/>
            <p:cNvSpPr/>
            <p:nvPr/>
          </p:nvSpPr>
          <p:spPr>
            <a:xfrm>
              <a:off x="1434040" y="2815797"/>
              <a:ext cx="38416" cy="3841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2"/>
            <p:cNvSpPr/>
            <p:nvPr/>
          </p:nvSpPr>
          <p:spPr>
            <a:xfrm>
              <a:off x="1435400" y="3016994"/>
              <a:ext cx="44170" cy="4417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3"/>
            <p:cNvSpPr/>
            <p:nvPr/>
          </p:nvSpPr>
          <p:spPr>
            <a:xfrm>
              <a:off x="1459944" y="3669701"/>
              <a:ext cx="41120" cy="4112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4"/>
            <p:cNvSpPr/>
            <p:nvPr/>
          </p:nvSpPr>
          <p:spPr>
            <a:xfrm>
              <a:off x="1435011" y="2826124"/>
              <a:ext cx="36231" cy="3623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5"/>
            <p:cNvSpPr/>
            <p:nvPr/>
          </p:nvSpPr>
          <p:spPr>
            <a:xfrm>
              <a:off x="1435873" y="2801177"/>
              <a:ext cx="36343" cy="3634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6"/>
            <p:cNvSpPr/>
            <p:nvPr/>
          </p:nvSpPr>
          <p:spPr>
            <a:xfrm>
              <a:off x="1438910" y="2889004"/>
              <a:ext cx="36335" cy="3633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7"/>
            <p:cNvSpPr/>
            <p:nvPr/>
          </p:nvSpPr>
          <p:spPr>
            <a:xfrm>
              <a:off x="1435557" y="2827488"/>
              <a:ext cx="36199" cy="3619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8"/>
            <p:cNvSpPr/>
            <p:nvPr/>
          </p:nvSpPr>
          <p:spPr>
            <a:xfrm>
              <a:off x="1451101" y="3063051"/>
              <a:ext cx="42892" cy="4289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79"/>
            <p:cNvSpPr/>
            <p:nvPr/>
          </p:nvSpPr>
          <p:spPr>
            <a:xfrm>
              <a:off x="1721835" y="3724649"/>
              <a:ext cx="53441" cy="5344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0"/>
            <p:cNvSpPr/>
            <p:nvPr/>
          </p:nvSpPr>
          <p:spPr>
            <a:xfrm>
              <a:off x="1434633" y="2837462"/>
              <a:ext cx="37725" cy="3772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1"/>
            <p:cNvSpPr/>
            <p:nvPr/>
          </p:nvSpPr>
          <p:spPr>
            <a:xfrm>
              <a:off x="1466639" y="2854999"/>
              <a:ext cx="36534" cy="3653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2"/>
            <p:cNvSpPr/>
            <p:nvPr/>
          </p:nvSpPr>
          <p:spPr>
            <a:xfrm>
              <a:off x="2548972" y="2819925"/>
              <a:ext cx="61596" cy="6159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3"/>
            <p:cNvSpPr/>
            <p:nvPr/>
          </p:nvSpPr>
          <p:spPr>
            <a:xfrm>
              <a:off x="1434332" y="3015287"/>
              <a:ext cx="37374" cy="3737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4"/>
            <p:cNvSpPr/>
            <p:nvPr/>
          </p:nvSpPr>
          <p:spPr>
            <a:xfrm>
              <a:off x="1434812" y="2837571"/>
              <a:ext cx="37371" cy="3737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5"/>
            <p:cNvSpPr/>
            <p:nvPr/>
          </p:nvSpPr>
          <p:spPr>
            <a:xfrm>
              <a:off x="1434612" y="2803983"/>
              <a:ext cx="36859" cy="3685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6"/>
            <p:cNvSpPr/>
            <p:nvPr/>
          </p:nvSpPr>
          <p:spPr>
            <a:xfrm>
              <a:off x="1465667" y="3113800"/>
              <a:ext cx="50747" cy="5074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7"/>
            <p:cNvSpPr/>
            <p:nvPr/>
          </p:nvSpPr>
          <p:spPr>
            <a:xfrm>
              <a:off x="1455632" y="2939324"/>
              <a:ext cx="37146" cy="3714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8"/>
            <p:cNvSpPr/>
            <p:nvPr/>
          </p:nvSpPr>
          <p:spPr>
            <a:xfrm>
              <a:off x="1633295" y="3350224"/>
              <a:ext cx="60894" cy="6089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89"/>
            <p:cNvSpPr/>
            <p:nvPr/>
          </p:nvSpPr>
          <p:spPr>
            <a:xfrm>
              <a:off x="1492750" y="3272259"/>
              <a:ext cx="42363" cy="4236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0"/>
            <p:cNvSpPr/>
            <p:nvPr/>
          </p:nvSpPr>
          <p:spPr>
            <a:xfrm>
              <a:off x="1434034" y="3021741"/>
              <a:ext cx="39872" cy="3987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1"/>
            <p:cNvSpPr/>
            <p:nvPr/>
          </p:nvSpPr>
          <p:spPr>
            <a:xfrm>
              <a:off x="1463050" y="3297906"/>
              <a:ext cx="39806" cy="3980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2"/>
            <p:cNvSpPr/>
            <p:nvPr/>
          </p:nvSpPr>
          <p:spPr>
            <a:xfrm>
              <a:off x="1450412" y="3001618"/>
              <a:ext cx="39495" cy="3949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3"/>
            <p:cNvSpPr/>
            <p:nvPr/>
          </p:nvSpPr>
          <p:spPr>
            <a:xfrm>
              <a:off x="1452357" y="2690256"/>
              <a:ext cx="38387" cy="3838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4"/>
            <p:cNvSpPr/>
            <p:nvPr/>
          </p:nvSpPr>
          <p:spPr>
            <a:xfrm>
              <a:off x="1454839" y="2785933"/>
              <a:ext cx="39116" cy="3911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5"/>
            <p:cNvSpPr/>
            <p:nvPr/>
          </p:nvSpPr>
          <p:spPr>
            <a:xfrm>
              <a:off x="1452682" y="2712926"/>
              <a:ext cx="37938" cy="3793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6"/>
            <p:cNvSpPr/>
            <p:nvPr/>
          </p:nvSpPr>
          <p:spPr>
            <a:xfrm>
              <a:off x="1491169" y="2695176"/>
              <a:ext cx="49395" cy="4939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7"/>
            <p:cNvSpPr/>
            <p:nvPr/>
          </p:nvSpPr>
          <p:spPr>
            <a:xfrm>
              <a:off x="1456275" y="3316909"/>
              <a:ext cx="38723" cy="3872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8"/>
            <p:cNvSpPr/>
            <p:nvPr/>
          </p:nvSpPr>
          <p:spPr>
            <a:xfrm>
              <a:off x="1435810" y="2829507"/>
              <a:ext cx="36547" cy="3654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199"/>
            <p:cNvSpPr/>
            <p:nvPr/>
          </p:nvSpPr>
          <p:spPr>
            <a:xfrm>
              <a:off x="1438538" y="2701204"/>
              <a:ext cx="38444" cy="3844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0"/>
            <p:cNvSpPr/>
            <p:nvPr/>
          </p:nvSpPr>
          <p:spPr>
            <a:xfrm>
              <a:off x="1434466" y="2886067"/>
              <a:ext cx="37702" cy="3770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1"/>
            <p:cNvSpPr/>
            <p:nvPr/>
          </p:nvSpPr>
          <p:spPr>
            <a:xfrm>
              <a:off x="1454276" y="2767541"/>
              <a:ext cx="40532" cy="4053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2"/>
            <p:cNvSpPr/>
            <p:nvPr/>
          </p:nvSpPr>
          <p:spPr>
            <a:xfrm>
              <a:off x="1553509" y="3143511"/>
              <a:ext cx="47871" cy="4787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3"/>
            <p:cNvSpPr/>
            <p:nvPr/>
          </p:nvSpPr>
          <p:spPr>
            <a:xfrm>
              <a:off x="1434953" y="2843801"/>
              <a:ext cx="38013" cy="3801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4"/>
            <p:cNvSpPr/>
            <p:nvPr/>
          </p:nvSpPr>
          <p:spPr>
            <a:xfrm>
              <a:off x="1483957" y="3142054"/>
              <a:ext cx="49250" cy="4925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5"/>
            <p:cNvSpPr/>
            <p:nvPr/>
          </p:nvSpPr>
          <p:spPr>
            <a:xfrm>
              <a:off x="2804417" y="2318275"/>
              <a:ext cx="63059" cy="6305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6"/>
            <p:cNvSpPr/>
            <p:nvPr/>
          </p:nvSpPr>
          <p:spPr>
            <a:xfrm>
              <a:off x="1450550" y="3030765"/>
              <a:ext cx="36139" cy="3613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7"/>
            <p:cNvSpPr/>
            <p:nvPr/>
          </p:nvSpPr>
          <p:spPr>
            <a:xfrm>
              <a:off x="1450561" y="2945756"/>
              <a:ext cx="36466" cy="3646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8"/>
            <p:cNvSpPr/>
            <p:nvPr/>
          </p:nvSpPr>
          <p:spPr>
            <a:xfrm>
              <a:off x="1440131" y="2657238"/>
              <a:ext cx="36970" cy="3697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09"/>
            <p:cNvSpPr/>
            <p:nvPr/>
          </p:nvSpPr>
          <p:spPr>
            <a:xfrm>
              <a:off x="1458159" y="2771025"/>
              <a:ext cx="40330" cy="4033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0"/>
            <p:cNvSpPr/>
            <p:nvPr/>
          </p:nvSpPr>
          <p:spPr>
            <a:xfrm>
              <a:off x="1454489" y="2885999"/>
              <a:ext cx="47301" cy="4730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1"/>
            <p:cNvSpPr/>
            <p:nvPr/>
          </p:nvSpPr>
          <p:spPr>
            <a:xfrm>
              <a:off x="1435237" y="2844569"/>
              <a:ext cx="37442" cy="3744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2"/>
            <p:cNvSpPr/>
            <p:nvPr/>
          </p:nvSpPr>
          <p:spPr>
            <a:xfrm>
              <a:off x="1451770" y="3004699"/>
              <a:ext cx="36223" cy="3622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3"/>
            <p:cNvSpPr/>
            <p:nvPr/>
          </p:nvSpPr>
          <p:spPr>
            <a:xfrm>
              <a:off x="1465145" y="4654340"/>
              <a:ext cx="46579" cy="4657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4"/>
            <p:cNvSpPr/>
            <p:nvPr/>
          </p:nvSpPr>
          <p:spPr>
            <a:xfrm>
              <a:off x="1437134" y="2837607"/>
              <a:ext cx="40597" cy="4059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5"/>
            <p:cNvSpPr/>
            <p:nvPr/>
          </p:nvSpPr>
          <p:spPr>
            <a:xfrm>
              <a:off x="1453042" y="3271699"/>
              <a:ext cx="37090" cy="3709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6"/>
            <p:cNvSpPr/>
            <p:nvPr/>
          </p:nvSpPr>
          <p:spPr>
            <a:xfrm>
              <a:off x="1493555" y="3144677"/>
              <a:ext cx="50532" cy="5053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7"/>
            <p:cNvSpPr/>
            <p:nvPr/>
          </p:nvSpPr>
          <p:spPr>
            <a:xfrm>
              <a:off x="1452379" y="2783547"/>
              <a:ext cx="39287" cy="3928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8"/>
            <p:cNvSpPr/>
            <p:nvPr/>
          </p:nvSpPr>
          <p:spPr>
            <a:xfrm>
              <a:off x="1471576" y="1987488"/>
              <a:ext cx="47007" cy="4700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19"/>
            <p:cNvSpPr/>
            <p:nvPr/>
          </p:nvSpPr>
          <p:spPr>
            <a:xfrm>
              <a:off x="1446033" y="3167360"/>
              <a:ext cx="48329" cy="4832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0"/>
            <p:cNvSpPr/>
            <p:nvPr/>
          </p:nvSpPr>
          <p:spPr>
            <a:xfrm>
              <a:off x="1441883" y="2819920"/>
              <a:ext cx="53982" cy="5398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1"/>
            <p:cNvSpPr/>
            <p:nvPr/>
          </p:nvSpPr>
          <p:spPr>
            <a:xfrm>
              <a:off x="1435955" y="2830850"/>
              <a:ext cx="36268" cy="3626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2"/>
            <p:cNvSpPr/>
            <p:nvPr/>
          </p:nvSpPr>
          <p:spPr>
            <a:xfrm>
              <a:off x="1497410" y="3821916"/>
              <a:ext cx="52357" cy="5235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3"/>
            <p:cNvSpPr/>
            <p:nvPr/>
          </p:nvSpPr>
          <p:spPr>
            <a:xfrm>
              <a:off x="1433613" y="2924809"/>
              <a:ext cx="39366" cy="3936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4"/>
            <p:cNvSpPr/>
            <p:nvPr/>
          </p:nvSpPr>
          <p:spPr>
            <a:xfrm>
              <a:off x="1466552" y="2837912"/>
              <a:ext cx="36933" cy="3693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5"/>
            <p:cNvSpPr/>
            <p:nvPr/>
          </p:nvSpPr>
          <p:spPr>
            <a:xfrm>
              <a:off x="1486806" y="3064148"/>
              <a:ext cx="47455" cy="4745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6"/>
            <p:cNvSpPr/>
            <p:nvPr/>
          </p:nvSpPr>
          <p:spPr>
            <a:xfrm>
              <a:off x="1467647" y="3572204"/>
              <a:ext cx="43070" cy="4307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7"/>
            <p:cNvSpPr/>
            <p:nvPr/>
          </p:nvSpPr>
          <p:spPr>
            <a:xfrm>
              <a:off x="1775490" y="2733590"/>
              <a:ext cx="53490" cy="5349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8"/>
            <p:cNvSpPr/>
            <p:nvPr/>
          </p:nvSpPr>
          <p:spPr>
            <a:xfrm>
              <a:off x="1453019" y="1861070"/>
              <a:ext cx="1613556" cy="1724852"/>
            </a:xfrm>
            <a:custGeom>
              <a:avLst/>
              <a:pathLst>
                <a:path w="1613556" h="1724852">
                  <a:moveTo>
                    <a:pt x="0" y="1014477"/>
                  </a:moveTo>
                  <a:lnTo>
                    <a:pt x="20424" y="1058685"/>
                  </a:lnTo>
                  <a:lnTo>
                    <a:pt x="40849" y="1098386"/>
                  </a:lnTo>
                  <a:lnTo>
                    <a:pt x="61274" y="1133870"/>
                  </a:lnTo>
                  <a:lnTo>
                    <a:pt x="81699" y="1165583"/>
                  </a:lnTo>
                  <a:lnTo>
                    <a:pt x="102123" y="1194216"/>
                  </a:lnTo>
                  <a:lnTo>
                    <a:pt x="122548" y="1220367"/>
                  </a:lnTo>
                  <a:lnTo>
                    <a:pt x="142973" y="1244460"/>
                  </a:lnTo>
                  <a:lnTo>
                    <a:pt x="163398" y="1266786"/>
                  </a:lnTo>
                  <a:lnTo>
                    <a:pt x="183822" y="1287541"/>
                  </a:lnTo>
                  <a:lnTo>
                    <a:pt x="204247" y="1306868"/>
                  </a:lnTo>
                  <a:lnTo>
                    <a:pt x="224672" y="1324870"/>
                  </a:lnTo>
                  <a:lnTo>
                    <a:pt x="245097" y="1341632"/>
                  </a:lnTo>
                  <a:lnTo>
                    <a:pt x="265521" y="1357219"/>
                  </a:lnTo>
                  <a:lnTo>
                    <a:pt x="285946" y="1371692"/>
                  </a:lnTo>
                  <a:lnTo>
                    <a:pt x="306371" y="1385074"/>
                  </a:lnTo>
                  <a:lnTo>
                    <a:pt x="326796" y="1397255"/>
                  </a:lnTo>
                  <a:lnTo>
                    <a:pt x="347220" y="1408231"/>
                  </a:lnTo>
                  <a:lnTo>
                    <a:pt x="367645" y="1418016"/>
                  </a:lnTo>
                  <a:lnTo>
                    <a:pt x="388070" y="1426622"/>
                  </a:lnTo>
                  <a:lnTo>
                    <a:pt x="408495" y="1434057"/>
                  </a:lnTo>
                  <a:lnTo>
                    <a:pt x="428920" y="1440329"/>
                  </a:lnTo>
                  <a:lnTo>
                    <a:pt x="449344" y="1445447"/>
                  </a:lnTo>
                  <a:lnTo>
                    <a:pt x="469769" y="1449416"/>
                  </a:lnTo>
                  <a:lnTo>
                    <a:pt x="490194" y="1452244"/>
                  </a:lnTo>
                  <a:lnTo>
                    <a:pt x="510619" y="1453936"/>
                  </a:lnTo>
                  <a:lnTo>
                    <a:pt x="531043" y="1454498"/>
                  </a:lnTo>
                  <a:lnTo>
                    <a:pt x="551468" y="1453937"/>
                  </a:lnTo>
                  <a:lnTo>
                    <a:pt x="571893" y="1452259"/>
                  </a:lnTo>
                  <a:lnTo>
                    <a:pt x="592318" y="1449470"/>
                  </a:lnTo>
                  <a:lnTo>
                    <a:pt x="612742" y="1445577"/>
                  </a:lnTo>
                  <a:lnTo>
                    <a:pt x="633167" y="1440587"/>
                  </a:lnTo>
                  <a:lnTo>
                    <a:pt x="653592" y="1434506"/>
                  </a:lnTo>
                  <a:lnTo>
                    <a:pt x="674017" y="1427342"/>
                  </a:lnTo>
                  <a:lnTo>
                    <a:pt x="694441" y="1419103"/>
                  </a:lnTo>
                  <a:lnTo>
                    <a:pt x="714866" y="1409797"/>
                  </a:lnTo>
                  <a:lnTo>
                    <a:pt x="735291" y="1399432"/>
                  </a:lnTo>
                  <a:lnTo>
                    <a:pt x="755716" y="1388017"/>
                  </a:lnTo>
                  <a:lnTo>
                    <a:pt x="776140" y="1375562"/>
                  </a:lnTo>
                  <a:lnTo>
                    <a:pt x="796565" y="1362075"/>
                  </a:lnTo>
                  <a:lnTo>
                    <a:pt x="816990" y="1347565"/>
                  </a:lnTo>
                  <a:lnTo>
                    <a:pt x="837415" y="1332042"/>
                  </a:lnTo>
                  <a:lnTo>
                    <a:pt x="857840" y="1315514"/>
                  </a:lnTo>
                  <a:lnTo>
                    <a:pt x="878264" y="1297990"/>
                  </a:lnTo>
                  <a:lnTo>
                    <a:pt x="898689" y="1279479"/>
                  </a:lnTo>
                  <a:lnTo>
                    <a:pt x="919114" y="1259988"/>
                  </a:lnTo>
                  <a:lnTo>
                    <a:pt x="939539" y="1239524"/>
                  </a:lnTo>
                  <a:lnTo>
                    <a:pt x="959963" y="1218092"/>
                  </a:lnTo>
                  <a:lnTo>
                    <a:pt x="980388" y="1195696"/>
                  </a:lnTo>
                  <a:lnTo>
                    <a:pt x="1000813" y="1172340"/>
                  </a:lnTo>
                  <a:lnTo>
                    <a:pt x="1021238" y="1148025"/>
                  </a:lnTo>
                  <a:lnTo>
                    <a:pt x="1041662" y="1122749"/>
                  </a:lnTo>
                  <a:lnTo>
                    <a:pt x="1062087" y="1096512"/>
                  </a:lnTo>
                  <a:lnTo>
                    <a:pt x="1082512" y="1069310"/>
                  </a:lnTo>
                  <a:lnTo>
                    <a:pt x="1102937" y="1041136"/>
                  </a:lnTo>
                  <a:lnTo>
                    <a:pt x="1123361" y="1011984"/>
                  </a:lnTo>
                  <a:lnTo>
                    <a:pt x="1143786" y="981846"/>
                  </a:lnTo>
                  <a:lnTo>
                    <a:pt x="1164211" y="950712"/>
                  </a:lnTo>
                  <a:lnTo>
                    <a:pt x="1184636" y="918572"/>
                  </a:lnTo>
                  <a:lnTo>
                    <a:pt x="1205060" y="885416"/>
                  </a:lnTo>
                  <a:lnTo>
                    <a:pt x="1225485" y="851234"/>
                  </a:lnTo>
                  <a:lnTo>
                    <a:pt x="1245910" y="816015"/>
                  </a:lnTo>
                  <a:lnTo>
                    <a:pt x="1266335" y="779751"/>
                  </a:lnTo>
                  <a:lnTo>
                    <a:pt x="1286760" y="742433"/>
                  </a:lnTo>
                  <a:lnTo>
                    <a:pt x="1307184" y="704054"/>
                  </a:lnTo>
                  <a:lnTo>
                    <a:pt x="1327609" y="664608"/>
                  </a:lnTo>
                  <a:lnTo>
                    <a:pt x="1348034" y="624091"/>
                  </a:lnTo>
                  <a:lnTo>
                    <a:pt x="1368459" y="582500"/>
                  </a:lnTo>
                  <a:lnTo>
                    <a:pt x="1388883" y="539833"/>
                  </a:lnTo>
                  <a:lnTo>
                    <a:pt x="1409308" y="496090"/>
                  </a:lnTo>
                  <a:lnTo>
                    <a:pt x="1429733" y="451271"/>
                  </a:lnTo>
                  <a:lnTo>
                    <a:pt x="1450158" y="405379"/>
                  </a:lnTo>
                  <a:lnTo>
                    <a:pt x="1470582" y="358416"/>
                  </a:lnTo>
                  <a:lnTo>
                    <a:pt x="1491007" y="310384"/>
                  </a:lnTo>
                  <a:lnTo>
                    <a:pt x="1511432" y="261288"/>
                  </a:lnTo>
                  <a:lnTo>
                    <a:pt x="1531857" y="211132"/>
                  </a:lnTo>
                  <a:lnTo>
                    <a:pt x="1552281" y="159920"/>
                  </a:lnTo>
                  <a:lnTo>
                    <a:pt x="1572706" y="107658"/>
                  </a:lnTo>
                  <a:lnTo>
                    <a:pt x="1593131" y="54349"/>
                  </a:lnTo>
                  <a:lnTo>
                    <a:pt x="1613556" y="0"/>
                  </a:lnTo>
                  <a:lnTo>
                    <a:pt x="1613556" y="831213"/>
                  </a:lnTo>
                  <a:lnTo>
                    <a:pt x="1593131" y="842894"/>
                  </a:lnTo>
                  <a:lnTo>
                    <a:pt x="1572706" y="855669"/>
                  </a:lnTo>
                  <a:lnTo>
                    <a:pt x="1552281" y="869490"/>
                  </a:lnTo>
                  <a:lnTo>
                    <a:pt x="1531857" y="884310"/>
                  </a:lnTo>
                  <a:lnTo>
                    <a:pt x="1511432" y="900080"/>
                  </a:lnTo>
                  <a:lnTo>
                    <a:pt x="1491007" y="916753"/>
                  </a:lnTo>
                  <a:lnTo>
                    <a:pt x="1470582" y="934282"/>
                  </a:lnTo>
                  <a:lnTo>
                    <a:pt x="1450158" y="952617"/>
                  </a:lnTo>
                  <a:lnTo>
                    <a:pt x="1429733" y="971710"/>
                  </a:lnTo>
                  <a:lnTo>
                    <a:pt x="1409308" y="991511"/>
                  </a:lnTo>
                  <a:lnTo>
                    <a:pt x="1388883" y="1011968"/>
                  </a:lnTo>
                  <a:lnTo>
                    <a:pt x="1368459" y="1033031"/>
                  </a:lnTo>
                  <a:lnTo>
                    <a:pt x="1348034" y="1054648"/>
                  </a:lnTo>
                  <a:lnTo>
                    <a:pt x="1327609" y="1076763"/>
                  </a:lnTo>
                  <a:lnTo>
                    <a:pt x="1307184" y="1099322"/>
                  </a:lnTo>
                  <a:lnTo>
                    <a:pt x="1286760" y="1122268"/>
                  </a:lnTo>
                  <a:lnTo>
                    <a:pt x="1266335" y="1145543"/>
                  </a:lnTo>
                  <a:lnTo>
                    <a:pt x="1245910" y="1169087"/>
                  </a:lnTo>
                  <a:lnTo>
                    <a:pt x="1225485" y="1192841"/>
                  </a:lnTo>
                  <a:lnTo>
                    <a:pt x="1205060" y="1216743"/>
                  </a:lnTo>
                  <a:lnTo>
                    <a:pt x="1184636" y="1240729"/>
                  </a:lnTo>
                  <a:lnTo>
                    <a:pt x="1164211" y="1264739"/>
                  </a:lnTo>
                  <a:lnTo>
                    <a:pt x="1143786" y="1288709"/>
                  </a:lnTo>
                  <a:lnTo>
                    <a:pt x="1123361" y="1312577"/>
                  </a:lnTo>
                  <a:lnTo>
                    <a:pt x="1102937" y="1336281"/>
                  </a:lnTo>
                  <a:lnTo>
                    <a:pt x="1082512" y="1359761"/>
                  </a:lnTo>
                  <a:lnTo>
                    <a:pt x="1062087" y="1382958"/>
                  </a:lnTo>
                  <a:lnTo>
                    <a:pt x="1041662" y="1405813"/>
                  </a:lnTo>
                  <a:lnTo>
                    <a:pt x="1021238" y="1428271"/>
                  </a:lnTo>
                  <a:lnTo>
                    <a:pt x="1000813" y="1450277"/>
                  </a:lnTo>
                  <a:lnTo>
                    <a:pt x="980388" y="1471778"/>
                  </a:lnTo>
                  <a:lnTo>
                    <a:pt x="959963" y="1492724"/>
                  </a:lnTo>
                  <a:lnTo>
                    <a:pt x="939539" y="1513065"/>
                  </a:lnTo>
                  <a:lnTo>
                    <a:pt x="919114" y="1532754"/>
                  </a:lnTo>
                  <a:lnTo>
                    <a:pt x="898689" y="1551743"/>
                  </a:lnTo>
                  <a:lnTo>
                    <a:pt x="878264" y="1569987"/>
                  </a:lnTo>
                  <a:lnTo>
                    <a:pt x="857840" y="1587441"/>
                  </a:lnTo>
                  <a:lnTo>
                    <a:pt x="837415" y="1604061"/>
                  </a:lnTo>
                  <a:lnTo>
                    <a:pt x="816990" y="1619804"/>
                  </a:lnTo>
                  <a:lnTo>
                    <a:pt x="796565" y="1634626"/>
                  </a:lnTo>
                  <a:lnTo>
                    <a:pt x="776140" y="1648484"/>
                  </a:lnTo>
                  <a:lnTo>
                    <a:pt x="755716" y="1661335"/>
                  </a:lnTo>
                  <a:lnTo>
                    <a:pt x="735291" y="1673136"/>
                  </a:lnTo>
                  <a:lnTo>
                    <a:pt x="714866" y="1683844"/>
                  </a:lnTo>
                  <a:lnTo>
                    <a:pt x="694441" y="1693415"/>
                  </a:lnTo>
                  <a:lnTo>
                    <a:pt x="674017" y="1701805"/>
                  </a:lnTo>
                  <a:lnTo>
                    <a:pt x="653592" y="1708970"/>
                  </a:lnTo>
                  <a:lnTo>
                    <a:pt x="633167" y="1714865"/>
                  </a:lnTo>
                  <a:lnTo>
                    <a:pt x="612742" y="1719447"/>
                  </a:lnTo>
                  <a:lnTo>
                    <a:pt x="592318" y="1722668"/>
                  </a:lnTo>
                  <a:lnTo>
                    <a:pt x="571893" y="1724485"/>
                  </a:lnTo>
                  <a:lnTo>
                    <a:pt x="551468" y="1724852"/>
                  </a:lnTo>
                  <a:lnTo>
                    <a:pt x="531043" y="1723721"/>
                  </a:lnTo>
                  <a:lnTo>
                    <a:pt x="510619" y="1721049"/>
                  </a:lnTo>
                  <a:lnTo>
                    <a:pt x="490194" y="1716787"/>
                  </a:lnTo>
                  <a:lnTo>
                    <a:pt x="469769" y="1710891"/>
                  </a:lnTo>
                  <a:lnTo>
                    <a:pt x="449344" y="1703313"/>
                  </a:lnTo>
                  <a:lnTo>
                    <a:pt x="428920" y="1694008"/>
                  </a:lnTo>
                  <a:lnTo>
                    <a:pt x="408495" y="1682932"/>
                  </a:lnTo>
                  <a:lnTo>
                    <a:pt x="388070" y="1670037"/>
                  </a:lnTo>
                  <a:lnTo>
                    <a:pt x="367645" y="1655282"/>
                  </a:lnTo>
                  <a:lnTo>
                    <a:pt x="347220" y="1638622"/>
                  </a:lnTo>
                  <a:lnTo>
                    <a:pt x="326796" y="1620017"/>
                  </a:lnTo>
                  <a:lnTo>
                    <a:pt x="306371" y="1599428"/>
                  </a:lnTo>
                  <a:lnTo>
                    <a:pt x="285946" y="1576863"/>
                  </a:lnTo>
                  <a:lnTo>
                    <a:pt x="265521" y="1552592"/>
                  </a:lnTo>
                  <a:lnTo>
                    <a:pt x="245097" y="1526640"/>
                  </a:lnTo>
                  <a:lnTo>
                    <a:pt x="224672" y="1498981"/>
                  </a:lnTo>
                  <a:lnTo>
                    <a:pt x="204247" y="1469598"/>
                  </a:lnTo>
                  <a:lnTo>
                    <a:pt x="183822" y="1438492"/>
                  </a:lnTo>
                  <a:lnTo>
                    <a:pt x="163398" y="1405682"/>
                  </a:lnTo>
                  <a:lnTo>
                    <a:pt x="142973" y="1371226"/>
                  </a:lnTo>
                  <a:lnTo>
                    <a:pt x="122548" y="1335239"/>
                  </a:lnTo>
                  <a:lnTo>
                    <a:pt x="102123" y="1297925"/>
                  </a:lnTo>
                  <a:lnTo>
                    <a:pt x="81699" y="1259626"/>
                  </a:lnTo>
                  <a:lnTo>
                    <a:pt x="61274" y="1220855"/>
                  </a:lnTo>
                  <a:lnTo>
                    <a:pt x="40849" y="1182289"/>
                  </a:lnTo>
                  <a:lnTo>
                    <a:pt x="20424" y="1144657"/>
                  </a:lnTo>
                  <a:lnTo>
                    <a:pt x="0" y="1107996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30" name="pl229"/>
            <p:cNvSpPr/>
            <p:nvPr/>
          </p:nvSpPr>
          <p:spPr>
            <a:xfrm>
              <a:off x="1453019" y="1861070"/>
              <a:ext cx="1613556" cy="1454498"/>
            </a:xfrm>
            <a:custGeom>
              <a:avLst/>
              <a:pathLst>
                <a:path w="1613556" h="1454498">
                  <a:moveTo>
                    <a:pt x="0" y="1014477"/>
                  </a:moveTo>
                  <a:lnTo>
                    <a:pt x="20424" y="1058685"/>
                  </a:lnTo>
                  <a:lnTo>
                    <a:pt x="40849" y="1098386"/>
                  </a:lnTo>
                  <a:lnTo>
                    <a:pt x="61274" y="1133870"/>
                  </a:lnTo>
                  <a:lnTo>
                    <a:pt x="81699" y="1165583"/>
                  </a:lnTo>
                  <a:lnTo>
                    <a:pt x="102123" y="1194216"/>
                  </a:lnTo>
                  <a:lnTo>
                    <a:pt x="122548" y="1220367"/>
                  </a:lnTo>
                  <a:lnTo>
                    <a:pt x="142973" y="1244460"/>
                  </a:lnTo>
                  <a:lnTo>
                    <a:pt x="163398" y="1266786"/>
                  </a:lnTo>
                  <a:lnTo>
                    <a:pt x="183822" y="1287541"/>
                  </a:lnTo>
                  <a:lnTo>
                    <a:pt x="204247" y="1306868"/>
                  </a:lnTo>
                  <a:lnTo>
                    <a:pt x="224672" y="1324870"/>
                  </a:lnTo>
                  <a:lnTo>
                    <a:pt x="245097" y="1341632"/>
                  </a:lnTo>
                  <a:lnTo>
                    <a:pt x="265521" y="1357219"/>
                  </a:lnTo>
                  <a:lnTo>
                    <a:pt x="285946" y="1371692"/>
                  </a:lnTo>
                  <a:lnTo>
                    <a:pt x="306371" y="1385074"/>
                  </a:lnTo>
                  <a:lnTo>
                    <a:pt x="326796" y="1397255"/>
                  </a:lnTo>
                  <a:lnTo>
                    <a:pt x="347220" y="1408231"/>
                  </a:lnTo>
                  <a:lnTo>
                    <a:pt x="367645" y="1418016"/>
                  </a:lnTo>
                  <a:lnTo>
                    <a:pt x="388070" y="1426622"/>
                  </a:lnTo>
                  <a:lnTo>
                    <a:pt x="408495" y="1434057"/>
                  </a:lnTo>
                  <a:lnTo>
                    <a:pt x="428920" y="1440329"/>
                  </a:lnTo>
                  <a:lnTo>
                    <a:pt x="449344" y="1445447"/>
                  </a:lnTo>
                  <a:lnTo>
                    <a:pt x="469769" y="1449416"/>
                  </a:lnTo>
                  <a:lnTo>
                    <a:pt x="490194" y="1452244"/>
                  </a:lnTo>
                  <a:lnTo>
                    <a:pt x="510619" y="1453936"/>
                  </a:lnTo>
                  <a:lnTo>
                    <a:pt x="531043" y="1454498"/>
                  </a:lnTo>
                  <a:lnTo>
                    <a:pt x="551468" y="1453937"/>
                  </a:lnTo>
                  <a:lnTo>
                    <a:pt x="571893" y="1452259"/>
                  </a:lnTo>
                  <a:lnTo>
                    <a:pt x="592318" y="1449470"/>
                  </a:lnTo>
                  <a:lnTo>
                    <a:pt x="612742" y="1445577"/>
                  </a:lnTo>
                  <a:lnTo>
                    <a:pt x="633167" y="1440587"/>
                  </a:lnTo>
                  <a:lnTo>
                    <a:pt x="653592" y="1434506"/>
                  </a:lnTo>
                  <a:lnTo>
                    <a:pt x="674017" y="1427342"/>
                  </a:lnTo>
                  <a:lnTo>
                    <a:pt x="694441" y="1419103"/>
                  </a:lnTo>
                  <a:lnTo>
                    <a:pt x="714866" y="1409797"/>
                  </a:lnTo>
                  <a:lnTo>
                    <a:pt x="735291" y="1399432"/>
                  </a:lnTo>
                  <a:lnTo>
                    <a:pt x="755716" y="1388017"/>
                  </a:lnTo>
                  <a:lnTo>
                    <a:pt x="776140" y="1375562"/>
                  </a:lnTo>
                  <a:lnTo>
                    <a:pt x="796565" y="1362075"/>
                  </a:lnTo>
                  <a:lnTo>
                    <a:pt x="816990" y="1347565"/>
                  </a:lnTo>
                  <a:lnTo>
                    <a:pt x="837415" y="1332042"/>
                  </a:lnTo>
                  <a:lnTo>
                    <a:pt x="857840" y="1315514"/>
                  </a:lnTo>
                  <a:lnTo>
                    <a:pt x="878264" y="1297990"/>
                  </a:lnTo>
                  <a:lnTo>
                    <a:pt x="898689" y="1279479"/>
                  </a:lnTo>
                  <a:lnTo>
                    <a:pt x="919114" y="1259988"/>
                  </a:lnTo>
                  <a:lnTo>
                    <a:pt x="939539" y="1239524"/>
                  </a:lnTo>
                  <a:lnTo>
                    <a:pt x="959963" y="1218092"/>
                  </a:lnTo>
                  <a:lnTo>
                    <a:pt x="980388" y="1195696"/>
                  </a:lnTo>
                  <a:lnTo>
                    <a:pt x="1000813" y="1172340"/>
                  </a:lnTo>
                  <a:lnTo>
                    <a:pt x="1021238" y="1148025"/>
                  </a:lnTo>
                  <a:lnTo>
                    <a:pt x="1041662" y="1122749"/>
                  </a:lnTo>
                  <a:lnTo>
                    <a:pt x="1062087" y="1096512"/>
                  </a:lnTo>
                  <a:lnTo>
                    <a:pt x="1082512" y="1069310"/>
                  </a:lnTo>
                  <a:lnTo>
                    <a:pt x="1102937" y="1041136"/>
                  </a:lnTo>
                  <a:lnTo>
                    <a:pt x="1123361" y="1011984"/>
                  </a:lnTo>
                  <a:lnTo>
                    <a:pt x="1143786" y="981846"/>
                  </a:lnTo>
                  <a:lnTo>
                    <a:pt x="1164211" y="950712"/>
                  </a:lnTo>
                  <a:lnTo>
                    <a:pt x="1184636" y="918572"/>
                  </a:lnTo>
                  <a:lnTo>
                    <a:pt x="1205060" y="885416"/>
                  </a:lnTo>
                  <a:lnTo>
                    <a:pt x="1225485" y="851234"/>
                  </a:lnTo>
                  <a:lnTo>
                    <a:pt x="1245910" y="816015"/>
                  </a:lnTo>
                  <a:lnTo>
                    <a:pt x="1266335" y="779751"/>
                  </a:lnTo>
                  <a:lnTo>
                    <a:pt x="1286760" y="742433"/>
                  </a:lnTo>
                  <a:lnTo>
                    <a:pt x="1307184" y="704054"/>
                  </a:lnTo>
                  <a:lnTo>
                    <a:pt x="1327609" y="664608"/>
                  </a:lnTo>
                  <a:lnTo>
                    <a:pt x="1348034" y="624091"/>
                  </a:lnTo>
                  <a:lnTo>
                    <a:pt x="1368459" y="582500"/>
                  </a:lnTo>
                  <a:lnTo>
                    <a:pt x="1388883" y="539833"/>
                  </a:lnTo>
                  <a:lnTo>
                    <a:pt x="1409308" y="496090"/>
                  </a:lnTo>
                  <a:lnTo>
                    <a:pt x="1429733" y="451271"/>
                  </a:lnTo>
                  <a:lnTo>
                    <a:pt x="1450158" y="405379"/>
                  </a:lnTo>
                  <a:lnTo>
                    <a:pt x="1470582" y="358416"/>
                  </a:lnTo>
                  <a:lnTo>
                    <a:pt x="1491007" y="310384"/>
                  </a:lnTo>
                  <a:lnTo>
                    <a:pt x="1511432" y="261288"/>
                  </a:lnTo>
                  <a:lnTo>
                    <a:pt x="1531857" y="211132"/>
                  </a:lnTo>
                  <a:lnTo>
                    <a:pt x="1552281" y="159920"/>
                  </a:lnTo>
                  <a:lnTo>
                    <a:pt x="1572706" y="107658"/>
                  </a:lnTo>
                  <a:lnTo>
                    <a:pt x="1593131" y="54349"/>
                  </a:lnTo>
                  <a:lnTo>
                    <a:pt x="161355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1" name="pl230"/>
            <p:cNvSpPr/>
            <p:nvPr/>
          </p:nvSpPr>
          <p:spPr>
            <a:xfrm>
              <a:off x="1453019" y="2692283"/>
              <a:ext cx="1613556" cy="893638"/>
            </a:xfrm>
            <a:custGeom>
              <a:avLst/>
              <a:pathLst>
                <a:path w="1613556" h="893638">
                  <a:moveTo>
                    <a:pt x="1613556" y="0"/>
                  </a:moveTo>
                  <a:lnTo>
                    <a:pt x="1593131" y="11681"/>
                  </a:lnTo>
                  <a:lnTo>
                    <a:pt x="1572706" y="24456"/>
                  </a:lnTo>
                  <a:lnTo>
                    <a:pt x="1552281" y="38277"/>
                  </a:lnTo>
                  <a:lnTo>
                    <a:pt x="1531857" y="53096"/>
                  </a:lnTo>
                  <a:lnTo>
                    <a:pt x="1511432" y="68866"/>
                  </a:lnTo>
                  <a:lnTo>
                    <a:pt x="1491007" y="85540"/>
                  </a:lnTo>
                  <a:lnTo>
                    <a:pt x="1470582" y="103069"/>
                  </a:lnTo>
                  <a:lnTo>
                    <a:pt x="1450158" y="121404"/>
                  </a:lnTo>
                  <a:lnTo>
                    <a:pt x="1429733" y="140497"/>
                  </a:lnTo>
                  <a:lnTo>
                    <a:pt x="1409308" y="160297"/>
                  </a:lnTo>
                  <a:lnTo>
                    <a:pt x="1388883" y="180755"/>
                  </a:lnTo>
                  <a:lnTo>
                    <a:pt x="1368459" y="201818"/>
                  </a:lnTo>
                  <a:lnTo>
                    <a:pt x="1348034" y="223434"/>
                  </a:lnTo>
                  <a:lnTo>
                    <a:pt x="1327609" y="245549"/>
                  </a:lnTo>
                  <a:lnTo>
                    <a:pt x="1307184" y="268108"/>
                  </a:lnTo>
                  <a:lnTo>
                    <a:pt x="1286760" y="291054"/>
                  </a:lnTo>
                  <a:lnTo>
                    <a:pt x="1266335" y="314329"/>
                  </a:lnTo>
                  <a:lnTo>
                    <a:pt x="1245910" y="337874"/>
                  </a:lnTo>
                  <a:lnTo>
                    <a:pt x="1225485" y="361628"/>
                  </a:lnTo>
                  <a:lnTo>
                    <a:pt x="1205060" y="385529"/>
                  </a:lnTo>
                  <a:lnTo>
                    <a:pt x="1184636" y="409516"/>
                  </a:lnTo>
                  <a:lnTo>
                    <a:pt x="1164211" y="433526"/>
                  </a:lnTo>
                  <a:lnTo>
                    <a:pt x="1143786" y="457496"/>
                  </a:lnTo>
                  <a:lnTo>
                    <a:pt x="1123361" y="481364"/>
                  </a:lnTo>
                  <a:lnTo>
                    <a:pt x="1102937" y="505068"/>
                  </a:lnTo>
                  <a:lnTo>
                    <a:pt x="1082512" y="528548"/>
                  </a:lnTo>
                  <a:lnTo>
                    <a:pt x="1062087" y="551744"/>
                  </a:lnTo>
                  <a:lnTo>
                    <a:pt x="1041662" y="574599"/>
                  </a:lnTo>
                  <a:lnTo>
                    <a:pt x="1021238" y="597057"/>
                  </a:lnTo>
                  <a:lnTo>
                    <a:pt x="1000813" y="619063"/>
                  </a:lnTo>
                  <a:lnTo>
                    <a:pt x="980388" y="640565"/>
                  </a:lnTo>
                  <a:lnTo>
                    <a:pt x="959963" y="661511"/>
                  </a:lnTo>
                  <a:lnTo>
                    <a:pt x="939539" y="681852"/>
                  </a:lnTo>
                  <a:lnTo>
                    <a:pt x="919114" y="701540"/>
                  </a:lnTo>
                  <a:lnTo>
                    <a:pt x="898689" y="720529"/>
                  </a:lnTo>
                  <a:lnTo>
                    <a:pt x="878264" y="738773"/>
                  </a:lnTo>
                  <a:lnTo>
                    <a:pt x="857840" y="756228"/>
                  </a:lnTo>
                  <a:lnTo>
                    <a:pt x="837415" y="772848"/>
                  </a:lnTo>
                  <a:lnTo>
                    <a:pt x="816990" y="788591"/>
                  </a:lnTo>
                  <a:lnTo>
                    <a:pt x="796565" y="803413"/>
                  </a:lnTo>
                  <a:lnTo>
                    <a:pt x="776140" y="817271"/>
                  </a:lnTo>
                  <a:lnTo>
                    <a:pt x="755716" y="830122"/>
                  </a:lnTo>
                  <a:lnTo>
                    <a:pt x="735291" y="841923"/>
                  </a:lnTo>
                  <a:lnTo>
                    <a:pt x="714866" y="852631"/>
                  </a:lnTo>
                  <a:lnTo>
                    <a:pt x="694441" y="862201"/>
                  </a:lnTo>
                  <a:lnTo>
                    <a:pt x="674017" y="870591"/>
                  </a:lnTo>
                  <a:lnTo>
                    <a:pt x="653592" y="877756"/>
                  </a:lnTo>
                  <a:lnTo>
                    <a:pt x="633167" y="883652"/>
                  </a:lnTo>
                  <a:lnTo>
                    <a:pt x="612742" y="888233"/>
                  </a:lnTo>
                  <a:lnTo>
                    <a:pt x="592318" y="891455"/>
                  </a:lnTo>
                  <a:lnTo>
                    <a:pt x="571893" y="893272"/>
                  </a:lnTo>
                  <a:lnTo>
                    <a:pt x="551468" y="893638"/>
                  </a:lnTo>
                  <a:lnTo>
                    <a:pt x="531043" y="892508"/>
                  </a:lnTo>
                  <a:lnTo>
                    <a:pt x="510619" y="889835"/>
                  </a:lnTo>
                  <a:lnTo>
                    <a:pt x="490194" y="885574"/>
                  </a:lnTo>
                  <a:lnTo>
                    <a:pt x="469769" y="879677"/>
                  </a:lnTo>
                  <a:lnTo>
                    <a:pt x="449344" y="872100"/>
                  </a:lnTo>
                  <a:lnTo>
                    <a:pt x="428920" y="862795"/>
                  </a:lnTo>
                  <a:lnTo>
                    <a:pt x="408495" y="851718"/>
                  </a:lnTo>
                  <a:lnTo>
                    <a:pt x="388070" y="838824"/>
                  </a:lnTo>
                  <a:lnTo>
                    <a:pt x="367645" y="824068"/>
                  </a:lnTo>
                  <a:lnTo>
                    <a:pt x="347220" y="807409"/>
                  </a:lnTo>
                  <a:lnTo>
                    <a:pt x="326796" y="788804"/>
                  </a:lnTo>
                  <a:lnTo>
                    <a:pt x="306371" y="768214"/>
                  </a:lnTo>
                  <a:lnTo>
                    <a:pt x="285946" y="745650"/>
                  </a:lnTo>
                  <a:lnTo>
                    <a:pt x="265521" y="721379"/>
                  </a:lnTo>
                  <a:lnTo>
                    <a:pt x="245097" y="695427"/>
                  </a:lnTo>
                  <a:lnTo>
                    <a:pt x="224672" y="667767"/>
                  </a:lnTo>
                  <a:lnTo>
                    <a:pt x="204247" y="638385"/>
                  </a:lnTo>
                  <a:lnTo>
                    <a:pt x="183822" y="607278"/>
                  </a:lnTo>
                  <a:lnTo>
                    <a:pt x="163398" y="574468"/>
                  </a:lnTo>
                  <a:lnTo>
                    <a:pt x="142973" y="540013"/>
                  </a:lnTo>
                  <a:lnTo>
                    <a:pt x="122548" y="504025"/>
                  </a:lnTo>
                  <a:lnTo>
                    <a:pt x="102123" y="466711"/>
                  </a:lnTo>
                  <a:lnTo>
                    <a:pt x="81699" y="428413"/>
                  </a:lnTo>
                  <a:lnTo>
                    <a:pt x="61274" y="389642"/>
                  </a:lnTo>
                  <a:lnTo>
                    <a:pt x="40849" y="351076"/>
                  </a:lnTo>
                  <a:lnTo>
                    <a:pt x="20424" y="313443"/>
                  </a:lnTo>
                  <a:lnTo>
                    <a:pt x="0" y="27678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2" name="pl231"/>
            <p:cNvSpPr/>
            <p:nvPr/>
          </p:nvSpPr>
          <p:spPr>
            <a:xfrm>
              <a:off x="1453019" y="2276676"/>
              <a:ext cx="1613556" cy="1173788"/>
            </a:xfrm>
            <a:custGeom>
              <a:avLst/>
              <a:pathLst>
                <a:path w="1613556" h="1173788">
                  <a:moveTo>
                    <a:pt x="0" y="645630"/>
                  </a:moveTo>
                  <a:lnTo>
                    <a:pt x="20424" y="686064"/>
                  </a:lnTo>
                  <a:lnTo>
                    <a:pt x="40849" y="724731"/>
                  </a:lnTo>
                  <a:lnTo>
                    <a:pt x="61274" y="761756"/>
                  </a:lnTo>
                  <a:lnTo>
                    <a:pt x="81699" y="796998"/>
                  </a:lnTo>
                  <a:lnTo>
                    <a:pt x="102123" y="830464"/>
                  </a:lnTo>
                  <a:lnTo>
                    <a:pt x="122548" y="862196"/>
                  </a:lnTo>
                  <a:lnTo>
                    <a:pt x="142973" y="892236"/>
                  </a:lnTo>
                  <a:lnTo>
                    <a:pt x="163398" y="920627"/>
                  </a:lnTo>
                  <a:lnTo>
                    <a:pt x="183822" y="947410"/>
                  </a:lnTo>
                  <a:lnTo>
                    <a:pt x="204247" y="972626"/>
                  </a:lnTo>
                  <a:lnTo>
                    <a:pt x="224672" y="996319"/>
                  </a:lnTo>
                  <a:lnTo>
                    <a:pt x="245097" y="1018529"/>
                  </a:lnTo>
                  <a:lnTo>
                    <a:pt x="265521" y="1039299"/>
                  </a:lnTo>
                  <a:lnTo>
                    <a:pt x="285946" y="1058671"/>
                  </a:lnTo>
                  <a:lnTo>
                    <a:pt x="306371" y="1076644"/>
                  </a:lnTo>
                  <a:lnTo>
                    <a:pt x="326796" y="1093029"/>
                  </a:lnTo>
                  <a:lnTo>
                    <a:pt x="347220" y="1107820"/>
                  </a:lnTo>
                  <a:lnTo>
                    <a:pt x="367645" y="1121042"/>
                  </a:lnTo>
                  <a:lnTo>
                    <a:pt x="388070" y="1132723"/>
                  </a:lnTo>
                  <a:lnTo>
                    <a:pt x="408495" y="1142887"/>
                  </a:lnTo>
                  <a:lnTo>
                    <a:pt x="428920" y="1151562"/>
                  </a:lnTo>
                  <a:lnTo>
                    <a:pt x="449344" y="1158773"/>
                  </a:lnTo>
                  <a:lnTo>
                    <a:pt x="469769" y="1164547"/>
                  </a:lnTo>
                  <a:lnTo>
                    <a:pt x="490194" y="1168909"/>
                  </a:lnTo>
                  <a:lnTo>
                    <a:pt x="510619" y="1171886"/>
                  </a:lnTo>
                  <a:lnTo>
                    <a:pt x="531043" y="1173503"/>
                  </a:lnTo>
                  <a:lnTo>
                    <a:pt x="551468" y="1173788"/>
                  </a:lnTo>
                  <a:lnTo>
                    <a:pt x="571893" y="1172766"/>
                  </a:lnTo>
                  <a:lnTo>
                    <a:pt x="592318" y="1170463"/>
                  </a:lnTo>
                  <a:lnTo>
                    <a:pt x="612742" y="1166905"/>
                  </a:lnTo>
                  <a:lnTo>
                    <a:pt x="633167" y="1162119"/>
                  </a:lnTo>
                  <a:lnTo>
                    <a:pt x="653592" y="1156131"/>
                  </a:lnTo>
                  <a:lnTo>
                    <a:pt x="674017" y="1148967"/>
                  </a:lnTo>
                  <a:lnTo>
                    <a:pt x="694441" y="1140652"/>
                  </a:lnTo>
                  <a:lnTo>
                    <a:pt x="714866" y="1131214"/>
                  </a:lnTo>
                  <a:lnTo>
                    <a:pt x="735291" y="1120677"/>
                  </a:lnTo>
                  <a:lnTo>
                    <a:pt x="755716" y="1109070"/>
                  </a:lnTo>
                  <a:lnTo>
                    <a:pt x="776140" y="1096416"/>
                  </a:lnTo>
                  <a:lnTo>
                    <a:pt x="796565" y="1082744"/>
                  </a:lnTo>
                  <a:lnTo>
                    <a:pt x="816990" y="1068078"/>
                  </a:lnTo>
                  <a:lnTo>
                    <a:pt x="837415" y="1052445"/>
                  </a:lnTo>
                  <a:lnTo>
                    <a:pt x="857840" y="1035871"/>
                  </a:lnTo>
                  <a:lnTo>
                    <a:pt x="878264" y="1018382"/>
                  </a:lnTo>
                  <a:lnTo>
                    <a:pt x="898689" y="1000004"/>
                  </a:lnTo>
                  <a:lnTo>
                    <a:pt x="919114" y="980764"/>
                  </a:lnTo>
                  <a:lnTo>
                    <a:pt x="939539" y="960688"/>
                  </a:lnTo>
                  <a:lnTo>
                    <a:pt x="959963" y="939801"/>
                  </a:lnTo>
                  <a:lnTo>
                    <a:pt x="980388" y="918130"/>
                  </a:lnTo>
                  <a:lnTo>
                    <a:pt x="1000813" y="895702"/>
                  </a:lnTo>
                  <a:lnTo>
                    <a:pt x="1021238" y="872541"/>
                  </a:lnTo>
                  <a:lnTo>
                    <a:pt x="1041662" y="848674"/>
                  </a:lnTo>
                  <a:lnTo>
                    <a:pt x="1062087" y="824128"/>
                  </a:lnTo>
                  <a:lnTo>
                    <a:pt x="1082512" y="798929"/>
                  </a:lnTo>
                  <a:lnTo>
                    <a:pt x="1102937" y="773102"/>
                  </a:lnTo>
                  <a:lnTo>
                    <a:pt x="1123361" y="746674"/>
                  </a:lnTo>
                  <a:lnTo>
                    <a:pt x="1143786" y="719671"/>
                  </a:lnTo>
                  <a:lnTo>
                    <a:pt x="1164211" y="692119"/>
                  </a:lnTo>
                  <a:lnTo>
                    <a:pt x="1184636" y="664044"/>
                  </a:lnTo>
                  <a:lnTo>
                    <a:pt x="1205060" y="635473"/>
                  </a:lnTo>
                  <a:lnTo>
                    <a:pt x="1225485" y="606431"/>
                  </a:lnTo>
                  <a:lnTo>
                    <a:pt x="1245910" y="576945"/>
                  </a:lnTo>
                  <a:lnTo>
                    <a:pt x="1266335" y="547040"/>
                  </a:lnTo>
                  <a:lnTo>
                    <a:pt x="1286760" y="516744"/>
                  </a:lnTo>
                  <a:lnTo>
                    <a:pt x="1307184" y="486081"/>
                  </a:lnTo>
                  <a:lnTo>
                    <a:pt x="1327609" y="455079"/>
                  </a:lnTo>
                  <a:lnTo>
                    <a:pt x="1348034" y="423762"/>
                  </a:lnTo>
                  <a:lnTo>
                    <a:pt x="1368459" y="392159"/>
                  </a:lnTo>
                  <a:lnTo>
                    <a:pt x="1388883" y="360294"/>
                  </a:lnTo>
                  <a:lnTo>
                    <a:pt x="1409308" y="328193"/>
                  </a:lnTo>
                  <a:lnTo>
                    <a:pt x="1429733" y="295884"/>
                  </a:lnTo>
                  <a:lnTo>
                    <a:pt x="1450158" y="263391"/>
                  </a:lnTo>
                  <a:lnTo>
                    <a:pt x="1470582" y="230742"/>
                  </a:lnTo>
                  <a:lnTo>
                    <a:pt x="1491007" y="197962"/>
                  </a:lnTo>
                  <a:lnTo>
                    <a:pt x="1511432" y="165077"/>
                  </a:lnTo>
                  <a:lnTo>
                    <a:pt x="1531857" y="132114"/>
                  </a:lnTo>
                  <a:lnTo>
                    <a:pt x="1552281" y="99099"/>
                  </a:lnTo>
                  <a:lnTo>
                    <a:pt x="1572706" y="66057"/>
                  </a:lnTo>
                  <a:lnTo>
                    <a:pt x="1593131" y="33015"/>
                  </a:lnTo>
                  <a:lnTo>
                    <a:pt x="1613556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rc232"/>
            <p:cNvSpPr/>
            <p:nvPr/>
          </p:nvSpPr>
          <p:spPr>
            <a:xfrm>
              <a:off x="1372341" y="1198851"/>
              <a:ext cx="1774911" cy="4802015"/>
            </a:xfrm>
            <a:prstGeom prst="rect">
              <a:avLst/>
            </a:pr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rc233"/>
            <p:cNvSpPr/>
            <p:nvPr/>
          </p:nvSpPr>
          <p:spPr>
            <a:xfrm>
              <a:off x="3216842" y="1198851"/>
              <a:ext cx="1774911" cy="48020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" name="pl234"/>
            <p:cNvSpPr/>
            <p:nvPr/>
          </p:nvSpPr>
          <p:spPr>
            <a:xfrm>
              <a:off x="3216842" y="5544658"/>
              <a:ext cx="1774911" cy="0"/>
            </a:xfrm>
            <a:custGeom>
              <a:avLst/>
              <a:pathLst>
                <a:path w="1774911" h="0">
                  <a:moveTo>
                    <a:pt x="0" y="0"/>
                  </a:moveTo>
                  <a:lnTo>
                    <a:pt x="1774911" y="0"/>
                  </a:lnTo>
                  <a:lnTo>
                    <a:pt x="1774911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5"/>
            <p:cNvSpPr/>
            <p:nvPr/>
          </p:nvSpPr>
          <p:spPr>
            <a:xfrm>
              <a:off x="3216842" y="4470308"/>
              <a:ext cx="1774911" cy="0"/>
            </a:xfrm>
            <a:custGeom>
              <a:avLst/>
              <a:pathLst>
                <a:path w="1774911" h="0">
                  <a:moveTo>
                    <a:pt x="0" y="0"/>
                  </a:moveTo>
                  <a:lnTo>
                    <a:pt x="1774911" y="0"/>
                  </a:lnTo>
                  <a:lnTo>
                    <a:pt x="1774911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6"/>
            <p:cNvSpPr/>
            <p:nvPr/>
          </p:nvSpPr>
          <p:spPr>
            <a:xfrm>
              <a:off x="3216842" y="3395957"/>
              <a:ext cx="1774911" cy="0"/>
            </a:xfrm>
            <a:custGeom>
              <a:avLst/>
              <a:pathLst>
                <a:path w="1774911" h="0">
                  <a:moveTo>
                    <a:pt x="0" y="0"/>
                  </a:moveTo>
                  <a:lnTo>
                    <a:pt x="1774911" y="0"/>
                  </a:lnTo>
                  <a:lnTo>
                    <a:pt x="1774911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7"/>
            <p:cNvSpPr/>
            <p:nvPr/>
          </p:nvSpPr>
          <p:spPr>
            <a:xfrm>
              <a:off x="3216842" y="2321607"/>
              <a:ext cx="1774911" cy="0"/>
            </a:xfrm>
            <a:custGeom>
              <a:avLst/>
              <a:pathLst>
                <a:path w="1774911" h="0">
                  <a:moveTo>
                    <a:pt x="0" y="0"/>
                  </a:moveTo>
                  <a:lnTo>
                    <a:pt x="1774911" y="0"/>
                  </a:lnTo>
                  <a:lnTo>
                    <a:pt x="1774911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8"/>
            <p:cNvSpPr/>
            <p:nvPr/>
          </p:nvSpPr>
          <p:spPr>
            <a:xfrm>
              <a:off x="3216842" y="1247256"/>
              <a:ext cx="1774911" cy="0"/>
            </a:xfrm>
            <a:custGeom>
              <a:avLst/>
              <a:pathLst>
                <a:path w="1774911" h="0">
                  <a:moveTo>
                    <a:pt x="0" y="0"/>
                  </a:moveTo>
                  <a:lnTo>
                    <a:pt x="1774911" y="0"/>
                  </a:lnTo>
                  <a:lnTo>
                    <a:pt x="1774911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39"/>
            <p:cNvSpPr/>
            <p:nvPr/>
          </p:nvSpPr>
          <p:spPr>
            <a:xfrm>
              <a:off x="3601736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0"/>
            <p:cNvSpPr/>
            <p:nvPr/>
          </p:nvSpPr>
          <p:spPr>
            <a:xfrm>
              <a:off x="4210175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1"/>
            <p:cNvSpPr/>
            <p:nvPr/>
          </p:nvSpPr>
          <p:spPr>
            <a:xfrm>
              <a:off x="4818614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2"/>
            <p:cNvSpPr/>
            <p:nvPr/>
          </p:nvSpPr>
          <p:spPr>
            <a:xfrm>
              <a:off x="3216842" y="5007483"/>
              <a:ext cx="1774911" cy="0"/>
            </a:xfrm>
            <a:custGeom>
              <a:avLst/>
              <a:pathLst>
                <a:path w="1774911" h="0">
                  <a:moveTo>
                    <a:pt x="0" y="0"/>
                  </a:moveTo>
                  <a:lnTo>
                    <a:pt x="1774911" y="0"/>
                  </a:lnTo>
                  <a:lnTo>
                    <a:pt x="1774911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3"/>
            <p:cNvSpPr/>
            <p:nvPr/>
          </p:nvSpPr>
          <p:spPr>
            <a:xfrm>
              <a:off x="3216842" y="3933132"/>
              <a:ext cx="1774911" cy="0"/>
            </a:xfrm>
            <a:custGeom>
              <a:avLst/>
              <a:pathLst>
                <a:path w="1774911" h="0">
                  <a:moveTo>
                    <a:pt x="0" y="0"/>
                  </a:moveTo>
                  <a:lnTo>
                    <a:pt x="1774911" y="0"/>
                  </a:lnTo>
                  <a:lnTo>
                    <a:pt x="1774911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4"/>
            <p:cNvSpPr/>
            <p:nvPr/>
          </p:nvSpPr>
          <p:spPr>
            <a:xfrm>
              <a:off x="3216842" y="2858782"/>
              <a:ext cx="1774911" cy="0"/>
            </a:xfrm>
            <a:custGeom>
              <a:avLst/>
              <a:pathLst>
                <a:path w="1774911" h="0">
                  <a:moveTo>
                    <a:pt x="0" y="0"/>
                  </a:moveTo>
                  <a:lnTo>
                    <a:pt x="1774911" y="0"/>
                  </a:lnTo>
                  <a:lnTo>
                    <a:pt x="1774911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5"/>
            <p:cNvSpPr/>
            <p:nvPr/>
          </p:nvSpPr>
          <p:spPr>
            <a:xfrm>
              <a:off x="3216842" y="1784431"/>
              <a:ext cx="1774911" cy="0"/>
            </a:xfrm>
            <a:custGeom>
              <a:avLst/>
              <a:pathLst>
                <a:path w="1774911" h="0">
                  <a:moveTo>
                    <a:pt x="0" y="0"/>
                  </a:moveTo>
                  <a:lnTo>
                    <a:pt x="1774911" y="0"/>
                  </a:lnTo>
                  <a:lnTo>
                    <a:pt x="1774911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6"/>
            <p:cNvSpPr/>
            <p:nvPr/>
          </p:nvSpPr>
          <p:spPr>
            <a:xfrm>
              <a:off x="3297517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7"/>
            <p:cNvSpPr/>
            <p:nvPr/>
          </p:nvSpPr>
          <p:spPr>
            <a:xfrm>
              <a:off x="3905956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8"/>
            <p:cNvSpPr/>
            <p:nvPr/>
          </p:nvSpPr>
          <p:spPr>
            <a:xfrm>
              <a:off x="4514394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49"/>
            <p:cNvSpPr/>
            <p:nvPr/>
          </p:nvSpPr>
          <p:spPr>
            <a:xfrm>
              <a:off x="3281493" y="3160687"/>
              <a:ext cx="36356" cy="3635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0"/>
            <p:cNvSpPr/>
            <p:nvPr/>
          </p:nvSpPr>
          <p:spPr>
            <a:xfrm>
              <a:off x="3287154" y="2976264"/>
              <a:ext cx="36159" cy="3615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1"/>
            <p:cNvSpPr/>
            <p:nvPr/>
          </p:nvSpPr>
          <p:spPr>
            <a:xfrm>
              <a:off x="3487245" y="3389026"/>
              <a:ext cx="44396" cy="4439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2"/>
            <p:cNvSpPr/>
            <p:nvPr/>
          </p:nvSpPr>
          <p:spPr>
            <a:xfrm>
              <a:off x="3279489" y="2533125"/>
              <a:ext cx="36105" cy="3610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3"/>
            <p:cNvSpPr/>
            <p:nvPr/>
          </p:nvSpPr>
          <p:spPr>
            <a:xfrm>
              <a:off x="3288143" y="3218262"/>
              <a:ext cx="39134" cy="3913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4"/>
            <p:cNvSpPr/>
            <p:nvPr/>
          </p:nvSpPr>
          <p:spPr>
            <a:xfrm>
              <a:off x="3279443" y="4137051"/>
              <a:ext cx="36208" cy="3620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5"/>
            <p:cNvSpPr/>
            <p:nvPr/>
          </p:nvSpPr>
          <p:spPr>
            <a:xfrm>
              <a:off x="3280301" y="5165694"/>
              <a:ext cx="36259" cy="3625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6"/>
            <p:cNvSpPr/>
            <p:nvPr/>
          </p:nvSpPr>
          <p:spPr>
            <a:xfrm>
              <a:off x="3280003" y="3172488"/>
              <a:ext cx="36691" cy="3669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7"/>
            <p:cNvSpPr/>
            <p:nvPr/>
          </p:nvSpPr>
          <p:spPr>
            <a:xfrm>
              <a:off x="3279830" y="4343273"/>
              <a:ext cx="36415" cy="3641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8"/>
            <p:cNvSpPr/>
            <p:nvPr/>
          </p:nvSpPr>
          <p:spPr>
            <a:xfrm>
              <a:off x="3281639" y="3093355"/>
              <a:ext cx="36570" cy="3657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59"/>
            <p:cNvSpPr/>
            <p:nvPr/>
          </p:nvSpPr>
          <p:spPr>
            <a:xfrm>
              <a:off x="3287414" y="3163465"/>
              <a:ext cx="36405" cy="3640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0"/>
            <p:cNvSpPr/>
            <p:nvPr/>
          </p:nvSpPr>
          <p:spPr>
            <a:xfrm>
              <a:off x="3279943" y="1907114"/>
              <a:ext cx="36146" cy="3614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1"/>
            <p:cNvSpPr/>
            <p:nvPr/>
          </p:nvSpPr>
          <p:spPr>
            <a:xfrm>
              <a:off x="3279460" y="3541507"/>
              <a:ext cx="36124" cy="3612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2"/>
            <p:cNvSpPr/>
            <p:nvPr/>
          </p:nvSpPr>
          <p:spPr>
            <a:xfrm>
              <a:off x="3280145" y="4398996"/>
              <a:ext cx="36578" cy="3657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3"/>
            <p:cNvSpPr/>
            <p:nvPr/>
          </p:nvSpPr>
          <p:spPr>
            <a:xfrm>
              <a:off x="3279566" y="2397622"/>
              <a:ext cx="36119" cy="3611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4"/>
            <p:cNvSpPr/>
            <p:nvPr/>
          </p:nvSpPr>
          <p:spPr>
            <a:xfrm>
              <a:off x="3909358" y="2774531"/>
              <a:ext cx="46288" cy="4628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5"/>
            <p:cNvSpPr/>
            <p:nvPr/>
          </p:nvSpPr>
          <p:spPr>
            <a:xfrm>
              <a:off x="3279503" y="2766988"/>
              <a:ext cx="36107" cy="3610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6"/>
            <p:cNvSpPr/>
            <p:nvPr/>
          </p:nvSpPr>
          <p:spPr>
            <a:xfrm>
              <a:off x="3304467" y="3392839"/>
              <a:ext cx="36505" cy="3650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7"/>
            <p:cNvSpPr/>
            <p:nvPr/>
          </p:nvSpPr>
          <p:spPr>
            <a:xfrm>
              <a:off x="3279452" y="5632697"/>
              <a:ext cx="36149" cy="3614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8"/>
            <p:cNvSpPr/>
            <p:nvPr/>
          </p:nvSpPr>
          <p:spPr>
            <a:xfrm>
              <a:off x="3281372" y="3332365"/>
              <a:ext cx="36386" cy="3638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69"/>
            <p:cNvSpPr/>
            <p:nvPr/>
          </p:nvSpPr>
          <p:spPr>
            <a:xfrm>
              <a:off x="3320758" y="3805963"/>
              <a:ext cx="37050" cy="3705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0"/>
            <p:cNvSpPr/>
            <p:nvPr/>
          </p:nvSpPr>
          <p:spPr>
            <a:xfrm>
              <a:off x="3280865" y="3172525"/>
              <a:ext cx="36175" cy="3617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1"/>
            <p:cNvSpPr/>
            <p:nvPr/>
          </p:nvSpPr>
          <p:spPr>
            <a:xfrm>
              <a:off x="3279705" y="4199110"/>
              <a:ext cx="36281" cy="3628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2"/>
            <p:cNvSpPr/>
            <p:nvPr/>
          </p:nvSpPr>
          <p:spPr>
            <a:xfrm>
              <a:off x="4575516" y="2735173"/>
              <a:ext cx="55179" cy="5517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3"/>
            <p:cNvSpPr/>
            <p:nvPr/>
          </p:nvSpPr>
          <p:spPr>
            <a:xfrm>
              <a:off x="3336395" y="3928406"/>
              <a:ext cx="38817" cy="3881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4"/>
            <p:cNvSpPr/>
            <p:nvPr/>
          </p:nvSpPr>
          <p:spPr>
            <a:xfrm>
              <a:off x="3375638" y="3735938"/>
              <a:ext cx="36752" cy="3675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5"/>
            <p:cNvSpPr/>
            <p:nvPr/>
          </p:nvSpPr>
          <p:spPr>
            <a:xfrm>
              <a:off x="3315386" y="3408177"/>
              <a:ext cx="38404" cy="3840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6"/>
            <p:cNvSpPr/>
            <p:nvPr/>
          </p:nvSpPr>
          <p:spPr>
            <a:xfrm>
              <a:off x="3655381" y="3278793"/>
              <a:ext cx="47739" cy="4773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7"/>
            <p:cNvSpPr/>
            <p:nvPr/>
          </p:nvSpPr>
          <p:spPr>
            <a:xfrm>
              <a:off x="3279767" y="3706220"/>
              <a:ext cx="36716" cy="3671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8"/>
            <p:cNvSpPr/>
            <p:nvPr/>
          </p:nvSpPr>
          <p:spPr>
            <a:xfrm>
              <a:off x="3831700" y="3149213"/>
              <a:ext cx="41614" cy="4161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79"/>
            <p:cNvSpPr/>
            <p:nvPr/>
          </p:nvSpPr>
          <p:spPr>
            <a:xfrm>
              <a:off x="3868990" y="3024462"/>
              <a:ext cx="47831" cy="4783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0"/>
            <p:cNvSpPr/>
            <p:nvPr/>
          </p:nvSpPr>
          <p:spPr>
            <a:xfrm>
              <a:off x="3279473" y="4382094"/>
              <a:ext cx="36198" cy="3619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1"/>
            <p:cNvSpPr/>
            <p:nvPr/>
          </p:nvSpPr>
          <p:spPr>
            <a:xfrm>
              <a:off x="3279456" y="5760039"/>
              <a:ext cx="36319" cy="3631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2"/>
            <p:cNvSpPr/>
            <p:nvPr/>
          </p:nvSpPr>
          <p:spPr>
            <a:xfrm>
              <a:off x="3287043" y="1570388"/>
              <a:ext cx="36265" cy="3626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3"/>
            <p:cNvSpPr/>
            <p:nvPr/>
          </p:nvSpPr>
          <p:spPr>
            <a:xfrm>
              <a:off x="3282312" y="3118276"/>
              <a:ext cx="36143" cy="3614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4"/>
            <p:cNvSpPr/>
            <p:nvPr/>
          </p:nvSpPr>
          <p:spPr>
            <a:xfrm>
              <a:off x="3443087" y="3541800"/>
              <a:ext cx="38856" cy="3885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5"/>
            <p:cNvSpPr/>
            <p:nvPr/>
          </p:nvSpPr>
          <p:spPr>
            <a:xfrm>
              <a:off x="3289391" y="3071610"/>
              <a:ext cx="36139" cy="3613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6"/>
            <p:cNvSpPr/>
            <p:nvPr/>
          </p:nvSpPr>
          <p:spPr>
            <a:xfrm>
              <a:off x="3279469" y="5593082"/>
              <a:ext cx="36130" cy="3613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7"/>
            <p:cNvSpPr/>
            <p:nvPr/>
          </p:nvSpPr>
          <p:spPr>
            <a:xfrm>
              <a:off x="4049685" y="2735940"/>
              <a:ext cx="51752" cy="5175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8"/>
            <p:cNvSpPr/>
            <p:nvPr/>
          </p:nvSpPr>
          <p:spPr>
            <a:xfrm>
              <a:off x="3280843" y="4023217"/>
              <a:ext cx="36438" cy="3643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89"/>
            <p:cNvSpPr/>
            <p:nvPr/>
          </p:nvSpPr>
          <p:spPr>
            <a:xfrm>
              <a:off x="3279467" y="2611567"/>
              <a:ext cx="36183" cy="3618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0"/>
            <p:cNvSpPr/>
            <p:nvPr/>
          </p:nvSpPr>
          <p:spPr>
            <a:xfrm>
              <a:off x="3280803" y="3404177"/>
              <a:ext cx="36246" cy="3624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1"/>
            <p:cNvSpPr/>
            <p:nvPr/>
          </p:nvSpPr>
          <p:spPr>
            <a:xfrm>
              <a:off x="3281678" y="4088670"/>
              <a:ext cx="36789" cy="3678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2"/>
            <p:cNvSpPr/>
            <p:nvPr/>
          </p:nvSpPr>
          <p:spPr>
            <a:xfrm>
              <a:off x="3792780" y="3667704"/>
              <a:ext cx="56163" cy="5616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3"/>
            <p:cNvSpPr/>
            <p:nvPr/>
          </p:nvSpPr>
          <p:spPr>
            <a:xfrm>
              <a:off x="3285109" y="2801554"/>
              <a:ext cx="37335" cy="3733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4"/>
            <p:cNvSpPr/>
            <p:nvPr/>
          </p:nvSpPr>
          <p:spPr>
            <a:xfrm>
              <a:off x="3381644" y="3918733"/>
              <a:ext cx="36544" cy="3654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5"/>
            <p:cNvSpPr/>
            <p:nvPr/>
          </p:nvSpPr>
          <p:spPr>
            <a:xfrm>
              <a:off x="3293676" y="3578092"/>
              <a:ext cx="37881" cy="3788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6"/>
            <p:cNvSpPr/>
            <p:nvPr/>
          </p:nvSpPr>
          <p:spPr>
            <a:xfrm>
              <a:off x="3311551" y="3490770"/>
              <a:ext cx="36742" cy="3674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7"/>
            <p:cNvSpPr/>
            <p:nvPr/>
          </p:nvSpPr>
          <p:spPr>
            <a:xfrm>
              <a:off x="3280521" y="4414162"/>
              <a:ext cx="36486" cy="3648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8"/>
            <p:cNvSpPr/>
            <p:nvPr/>
          </p:nvSpPr>
          <p:spPr>
            <a:xfrm>
              <a:off x="3298367" y="3538533"/>
              <a:ext cx="36558" cy="3655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299"/>
            <p:cNvSpPr/>
            <p:nvPr/>
          </p:nvSpPr>
          <p:spPr>
            <a:xfrm>
              <a:off x="3282362" y="3171390"/>
              <a:ext cx="36655" cy="3665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0"/>
            <p:cNvSpPr/>
            <p:nvPr/>
          </p:nvSpPr>
          <p:spPr>
            <a:xfrm>
              <a:off x="3279473" y="4208562"/>
              <a:ext cx="36128" cy="3612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1"/>
            <p:cNvSpPr/>
            <p:nvPr/>
          </p:nvSpPr>
          <p:spPr>
            <a:xfrm>
              <a:off x="3279547" y="2639956"/>
              <a:ext cx="36250" cy="3625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2"/>
            <p:cNvSpPr/>
            <p:nvPr/>
          </p:nvSpPr>
          <p:spPr>
            <a:xfrm>
              <a:off x="3282350" y="3143621"/>
              <a:ext cx="36525" cy="3652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3"/>
            <p:cNvSpPr/>
            <p:nvPr/>
          </p:nvSpPr>
          <p:spPr>
            <a:xfrm>
              <a:off x="3410739" y="4996244"/>
              <a:ext cx="37442" cy="3744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4"/>
            <p:cNvSpPr/>
            <p:nvPr/>
          </p:nvSpPr>
          <p:spPr>
            <a:xfrm>
              <a:off x="3280150" y="2847940"/>
              <a:ext cx="36226" cy="3622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5"/>
            <p:cNvSpPr/>
            <p:nvPr/>
          </p:nvSpPr>
          <p:spPr>
            <a:xfrm>
              <a:off x="3345283" y="3857461"/>
              <a:ext cx="36986" cy="3698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6"/>
            <p:cNvSpPr/>
            <p:nvPr/>
          </p:nvSpPr>
          <p:spPr>
            <a:xfrm>
              <a:off x="3288752" y="2900165"/>
              <a:ext cx="39354" cy="3935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7"/>
            <p:cNvSpPr/>
            <p:nvPr/>
          </p:nvSpPr>
          <p:spPr>
            <a:xfrm>
              <a:off x="3331415" y="3129009"/>
              <a:ext cx="40042" cy="4004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8"/>
            <p:cNvSpPr/>
            <p:nvPr/>
          </p:nvSpPr>
          <p:spPr>
            <a:xfrm>
              <a:off x="3279496" y="4217348"/>
              <a:ext cx="37174" cy="3717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09"/>
            <p:cNvSpPr/>
            <p:nvPr/>
          </p:nvSpPr>
          <p:spPr>
            <a:xfrm>
              <a:off x="4126883" y="3090517"/>
              <a:ext cx="85259" cy="8525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0"/>
            <p:cNvSpPr/>
            <p:nvPr/>
          </p:nvSpPr>
          <p:spPr>
            <a:xfrm>
              <a:off x="3332879" y="3225048"/>
              <a:ext cx="39362" cy="3936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1"/>
            <p:cNvSpPr/>
            <p:nvPr/>
          </p:nvSpPr>
          <p:spPr>
            <a:xfrm>
              <a:off x="3292652" y="3205949"/>
              <a:ext cx="36207" cy="3620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2"/>
            <p:cNvSpPr/>
            <p:nvPr/>
          </p:nvSpPr>
          <p:spPr>
            <a:xfrm>
              <a:off x="3280826" y="3564133"/>
              <a:ext cx="38284" cy="3828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3"/>
            <p:cNvSpPr/>
            <p:nvPr/>
          </p:nvSpPr>
          <p:spPr>
            <a:xfrm>
              <a:off x="3287162" y="3210656"/>
              <a:ext cx="36351" cy="3635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4"/>
            <p:cNvSpPr/>
            <p:nvPr/>
          </p:nvSpPr>
          <p:spPr>
            <a:xfrm>
              <a:off x="3279538" y="4404349"/>
              <a:ext cx="36237" cy="3623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5"/>
            <p:cNvSpPr/>
            <p:nvPr/>
          </p:nvSpPr>
          <p:spPr>
            <a:xfrm>
              <a:off x="3279840" y="4656588"/>
              <a:ext cx="37307" cy="3730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6"/>
            <p:cNvSpPr/>
            <p:nvPr/>
          </p:nvSpPr>
          <p:spPr>
            <a:xfrm>
              <a:off x="3322176" y="4681612"/>
              <a:ext cx="36942" cy="3694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7"/>
            <p:cNvSpPr/>
            <p:nvPr/>
          </p:nvSpPr>
          <p:spPr>
            <a:xfrm>
              <a:off x="3734226" y="3879481"/>
              <a:ext cx="39565" cy="3956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8"/>
            <p:cNvSpPr/>
            <p:nvPr/>
          </p:nvSpPr>
          <p:spPr>
            <a:xfrm>
              <a:off x="3279495" y="2718386"/>
              <a:ext cx="36142" cy="3614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19"/>
            <p:cNvSpPr/>
            <p:nvPr/>
          </p:nvSpPr>
          <p:spPr>
            <a:xfrm>
              <a:off x="3442352" y="3092093"/>
              <a:ext cx="43612" cy="4361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0"/>
            <p:cNvSpPr/>
            <p:nvPr/>
          </p:nvSpPr>
          <p:spPr>
            <a:xfrm>
              <a:off x="3280504" y="4461443"/>
              <a:ext cx="36208" cy="3620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1"/>
            <p:cNvSpPr/>
            <p:nvPr/>
          </p:nvSpPr>
          <p:spPr>
            <a:xfrm>
              <a:off x="3281376" y="3158607"/>
              <a:ext cx="36131" cy="3613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2"/>
            <p:cNvSpPr/>
            <p:nvPr/>
          </p:nvSpPr>
          <p:spPr>
            <a:xfrm>
              <a:off x="3279485" y="2779956"/>
              <a:ext cx="36104" cy="3610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3"/>
            <p:cNvSpPr/>
            <p:nvPr/>
          </p:nvSpPr>
          <p:spPr>
            <a:xfrm>
              <a:off x="3282333" y="3117211"/>
              <a:ext cx="36167" cy="3616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4"/>
            <p:cNvSpPr/>
            <p:nvPr/>
          </p:nvSpPr>
          <p:spPr>
            <a:xfrm>
              <a:off x="3279459" y="5764529"/>
              <a:ext cx="36127" cy="3612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5"/>
            <p:cNvSpPr/>
            <p:nvPr/>
          </p:nvSpPr>
          <p:spPr>
            <a:xfrm>
              <a:off x="4586443" y="2514100"/>
              <a:ext cx="50365" cy="5036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6"/>
            <p:cNvSpPr/>
            <p:nvPr/>
          </p:nvSpPr>
          <p:spPr>
            <a:xfrm>
              <a:off x="3576960" y="3736311"/>
              <a:ext cx="38696" cy="3869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7"/>
            <p:cNvSpPr/>
            <p:nvPr/>
          </p:nvSpPr>
          <p:spPr>
            <a:xfrm>
              <a:off x="3279984" y="2329774"/>
              <a:ext cx="36159" cy="3615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8"/>
            <p:cNvSpPr/>
            <p:nvPr/>
          </p:nvSpPr>
          <p:spPr>
            <a:xfrm>
              <a:off x="3283842" y="2970231"/>
              <a:ext cx="36818" cy="3681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29"/>
            <p:cNvSpPr/>
            <p:nvPr/>
          </p:nvSpPr>
          <p:spPr>
            <a:xfrm>
              <a:off x="3286462" y="3303706"/>
              <a:ext cx="36980" cy="3698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0"/>
            <p:cNvSpPr/>
            <p:nvPr/>
          </p:nvSpPr>
          <p:spPr>
            <a:xfrm>
              <a:off x="3279473" y="4263264"/>
              <a:ext cx="36250" cy="3625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1"/>
            <p:cNvSpPr/>
            <p:nvPr/>
          </p:nvSpPr>
          <p:spPr>
            <a:xfrm>
              <a:off x="3284052" y="3020382"/>
              <a:ext cx="36722" cy="3672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2"/>
            <p:cNvSpPr/>
            <p:nvPr/>
          </p:nvSpPr>
          <p:spPr>
            <a:xfrm>
              <a:off x="3280354" y="4065419"/>
              <a:ext cx="36515" cy="3651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3"/>
            <p:cNvSpPr/>
            <p:nvPr/>
          </p:nvSpPr>
          <p:spPr>
            <a:xfrm>
              <a:off x="3279850" y="4130179"/>
              <a:ext cx="36149" cy="3614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4"/>
            <p:cNvSpPr/>
            <p:nvPr/>
          </p:nvSpPr>
          <p:spPr>
            <a:xfrm>
              <a:off x="3315252" y="2916818"/>
              <a:ext cx="37947" cy="3794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5"/>
            <p:cNvSpPr/>
            <p:nvPr/>
          </p:nvSpPr>
          <p:spPr>
            <a:xfrm>
              <a:off x="3287702" y="3091212"/>
              <a:ext cx="36226" cy="3622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6"/>
            <p:cNvSpPr/>
            <p:nvPr/>
          </p:nvSpPr>
          <p:spPr>
            <a:xfrm>
              <a:off x="3302609" y="3332267"/>
              <a:ext cx="56461" cy="5646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7"/>
            <p:cNvSpPr/>
            <p:nvPr/>
          </p:nvSpPr>
          <p:spPr>
            <a:xfrm>
              <a:off x="3302056" y="3086964"/>
              <a:ext cx="43820" cy="4382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8"/>
            <p:cNvSpPr/>
            <p:nvPr/>
          </p:nvSpPr>
          <p:spPr>
            <a:xfrm>
              <a:off x="3290468" y="3412617"/>
              <a:ext cx="38150" cy="3815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39"/>
            <p:cNvSpPr/>
            <p:nvPr/>
          </p:nvSpPr>
          <p:spPr>
            <a:xfrm>
              <a:off x="3279774" y="4613446"/>
              <a:ext cx="36273" cy="3627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0"/>
            <p:cNvSpPr/>
            <p:nvPr/>
          </p:nvSpPr>
          <p:spPr>
            <a:xfrm>
              <a:off x="3399597" y="2881054"/>
              <a:ext cx="41882" cy="4188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1"/>
            <p:cNvSpPr/>
            <p:nvPr/>
          </p:nvSpPr>
          <p:spPr>
            <a:xfrm>
              <a:off x="3289059" y="3297097"/>
              <a:ext cx="38929" cy="3892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2"/>
            <p:cNvSpPr/>
            <p:nvPr/>
          </p:nvSpPr>
          <p:spPr>
            <a:xfrm>
              <a:off x="3459630" y="3358882"/>
              <a:ext cx="38949" cy="3894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3"/>
            <p:cNvSpPr/>
            <p:nvPr/>
          </p:nvSpPr>
          <p:spPr>
            <a:xfrm>
              <a:off x="3357214" y="2699074"/>
              <a:ext cx="50052" cy="5005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4"/>
            <p:cNvSpPr/>
            <p:nvPr/>
          </p:nvSpPr>
          <p:spPr>
            <a:xfrm>
              <a:off x="3279527" y="4055504"/>
              <a:ext cx="36981" cy="3698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5"/>
            <p:cNvSpPr/>
            <p:nvPr/>
          </p:nvSpPr>
          <p:spPr>
            <a:xfrm>
              <a:off x="3279827" y="1708050"/>
              <a:ext cx="36207" cy="3620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6"/>
            <p:cNvSpPr/>
            <p:nvPr/>
          </p:nvSpPr>
          <p:spPr>
            <a:xfrm>
              <a:off x="3279302" y="4513824"/>
              <a:ext cx="36497" cy="3649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7"/>
            <p:cNvSpPr/>
            <p:nvPr/>
          </p:nvSpPr>
          <p:spPr>
            <a:xfrm>
              <a:off x="3279456" y="3459930"/>
              <a:ext cx="36132" cy="3613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8"/>
            <p:cNvSpPr/>
            <p:nvPr/>
          </p:nvSpPr>
          <p:spPr>
            <a:xfrm>
              <a:off x="3586856" y="3472976"/>
              <a:ext cx="48049" cy="4804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49"/>
            <p:cNvSpPr/>
            <p:nvPr/>
          </p:nvSpPr>
          <p:spPr>
            <a:xfrm>
              <a:off x="3303027" y="2863859"/>
              <a:ext cx="36258" cy="3625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0"/>
            <p:cNvSpPr/>
            <p:nvPr/>
          </p:nvSpPr>
          <p:spPr>
            <a:xfrm>
              <a:off x="3280422" y="3247032"/>
              <a:ext cx="37024" cy="3702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1"/>
            <p:cNvSpPr/>
            <p:nvPr/>
          </p:nvSpPr>
          <p:spPr>
            <a:xfrm>
              <a:off x="3279594" y="2705870"/>
              <a:ext cx="36212" cy="3621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2"/>
            <p:cNvSpPr/>
            <p:nvPr/>
          </p:nvSpPr>
          <p:spPr>
            <a:xfrm>
              <a:off x="3321878" y="3377494"/>
              <a:ext cx="37728" cy="3772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3"/>
            <p:cNvSpPr/>
            <p:nvPr/>
          </p:nvSpPr>
          <p:spPr>
            <a:xfrm>
              <a:off x="3279554" y="2846650"/>
              <a:ext cx="36157" cy="3615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4"/>
            <p:cNvSpPr/>
            <p:nvPr/>
          </p:nvSpPr>
          <p:spPr>
            <a:xfrm>
              <a:off x="3289899" y="3163895"/>
              <a:ext cx="36846" cy="3684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5"/>
            <p:cNvSpPr/>
            <p:nvPr/>
          </p:nvSpPr>
          <p:spPr>
            <a:xfrm>
              <a:off x="3369749" y="3552237"/>
              <a:ext cx="37371" cy="3737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6"/>
            <p:cNvSpPr/>
            <p:nvPr/>
          </p:nvSpPr>
          <p:spPr>
            <a:xfrm>
              <a:off x="3882446" y="3167032"/>
              <a:ext cx="41886" cy="4188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7"/>
            <p:cNvSpPr/>
            <p:nvPr/>
          </p:nvSpPr>
          <p:spPr>
            <a:xfrm>
              <a:off x="3280772" y="1532028"/>
              <a:ext cx="36345" cy="3634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8"/>
            <p:cNvSpPr/>
            <p:nvPr/>
          </p:nvSpPr>
          <p:spPr>
            <a:xfrm>
              <a:off x="3285336" y="3233339"/>
              <a:ext cx="37377" cy="3737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59"/>
            <p:cNvSpPr/>
            <p:nvPr/>
          </p:nvSpPr>
          <p:spPr>
            <a:xfrm>
              <a:off x="3854934" y="4373780"/>
              <a:ext cx="47024" cy="4702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0"/>
            <p:cNvSpPr/>
            <p:nvPr/>
          </p:nvSpPr>
          <p:spPr>
            <a:xfrm>
              <a:off x="3287290" y="3281603"/>
              <a:ext cx="37603" cy="3760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1"/>
            <p:cNvSpPr/>
            <p:nvPr/>
          </p:nvSpPr>
          <p:spPr>
            <a:xfrm>
              <a:off x="3317024" y="3458296"/>
              <a:ext cx="36491" cy="3649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2"/>
            <p:cNvSpPr/>
            <p:nvPr/>
          </p:nvSpPr>
          <p:spPr>
            <a:xfrm>
              <a:off x="4882450" y="2713879"/>
              <a:ext cx="57251" cy="5725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3"/>
            <p:cNvSpPr/>
            <p:nvPr/>
          </p:nvSpPr>
          <p:spPr>
            <a:xfrm>
              <a:off x="3279758" y="4409339"/>
              <a:ext cx="36154" cy="3615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4"/>
            <p:cNvSpPr/>
            <p:nvPr/>
          </p:nvSpPr>
          <p:spPr>
            <a:xfrm>
              <a:off x="3295498" y="3207564"/>
              <a:ext cx="36187" cy="3618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5"/>
            <p:cNvSpPr/>
            <p:nvPr/>
          </p:nvSpPr>
          <p:spPr>
            <a:xfrm>
              <a:off x="3287299" y="3355370"/>
              <a:ext cx="36405" cy="3640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6"/>
            <p:cNvSpPr/>
            <p:nvPr/>
          </p:nvSpPr>
          <p:spPr>
            <a:xfrm>
              <a:off x="3279465" y="3166460"/>
              <a:ext cx="36110" cy="3611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7"/>
            <p:cNvSpPr/>
            <p:nvPr/>
          </p:nvSpPr>
          <p:spPr>
            <a:xfrm>
              <a:off x="3282492" y="3043622"/>
              <a:ext cx="36396" cy="3639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8"/>
            <p:cNvSpPr/>
            <p:nvPr/>
          </p:nvSpPr>
          <p:spPr>
            <a:xfrm>
              <a:off x="3281318" y="3135254"/>
              <a:ext cx="36214" cy="3621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69"/>
            <p:cNvSpPr/>
            <p:nvPr/>
          </p:nvSpPr>
          <p:spPr>
            <a:xfrm>
              <a:off x="3300109" y="3305034"/>
              <a:ext cx="38786" cy="3878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0"/>
            <p:cNvSpPr/>
            <p:nvPr/>
          </p:nvSpPr>
          <p:spPr>
            <a:xfrm>
              <a:off x="3527977" y="4369195"/>
              <a:ext cx="45886" cy="4588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1"/>
            <p:cNvSpPr/>
            <p:nvPr/>
          </p:nvSpPr>
          <p:spPr>
            <a:xfrm>
              <a:off x="3350789" y="3825745"/>
              <a:ext cx="37389" cy="3738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2"/>
            <p:cNvSpPr/>
            <p:nvPr/>
          </p:nvSpPr>
          <p:spPr>
            <a:xfrm>
              <a:off x="3291294" y="3116786"/>
              <a:ext cx="36134" cy="3613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3"/>
            <p:cNvSpPr/>
            <p:nvPr/>
          </p:nvSpPr>
          <p:spPr>
            <a:xfrm>
              <a:off x="3280558" y="4338343"/>
              <a:ext cx="36807" cy="3680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4"/>
            <p:cNvSpPr/>
            <p:nvPr/>
          </p:nvSpPr>
          <p:spPr>
            <a:xfrm>
              <a:off x="3279461" y="5634244"/>
              <a:ext cx="36120" cy="3612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5"/>
            <p:cNvSpPr/>
            <p:nvPr/>
          </p:nvSpPr>
          <p:spPr>
            <a:xfrm>
              <a:off x="3282702" y="3110968"/>
              <a:ext cx="36540" cy="3654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6"/>
            <p:cNvSpPr/>
            <p:nvPr/>
          </p:nvSpPr>
          <p:spPr>
            <a:xfrm>
              <a:off x="4616710" y="2356569"/>
              <a:ext cx="56404" cy="5640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7"/>
            <p:cNvSpPr/>
            <p:nvPr/>
          </p:nvSpPr>
          <p:spPr>
            <a:xfrm>
              <a:off x="3307798" y="2944440"/>
              <a:ext cx="36120" cy="3612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8"/>
            <p:cNvSpPr/>
            <p:nvPr/>
          </p:nvSpPr>
          <p:spPr>
            <a:xfrm>
              <a:off x="3281363" y="3173693"/>
              <a:ext cx="36315" cy="3631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79"/>
            <p:cNvSpPr/>
            <p:nvPr/>
          </p:nvSpPr>
          <p:spPr>
            <a:xfrm>
              <a:off x="3284235" y="2892125"/>
              <a:ext cx="36146" cy="3614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0"/>
            <p:cNvSpPr/>
            <p:nvPr/>
          </p:nvSpPr>
          <p:spPr>
            <a:xfrm>
              <a:off x="3280229" y="1501991"/>
              <a:ext cx="36413" cy="3641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1"/>
            <p:cNvSpPr/>
            <p:nvPr/>
          </p:nvSpPr>
          <p:spPr>
            <a:xfrm>
              <a:off x="3287111" y="2985639"/>
              <a:ext cx="36134" cy="3613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2"/>
            <p:cNvSpPr/>
            <p:nvPr/>
          </p:nvSpPr>
          <p:spPr>
            <a:xfrm>
              <a:off x="3295924" y="3548343"/>
              <a:ext cx="36979" cy="3697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3"/>
            <p:cNvSpPr/>
            <p:nvPr/>
          </p:nvSpPr>
          <p:spPr>
            <a:xfrm>
              <a:off x="3279476" y="5548603"/>
              <a:ext cx="36132" cy="3613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4"/>
            <p:cNvSpPr/>
            <p:nvPr/>
          </p:nvSpPr>
          <p:spPr>
            <a:xfrm>
              <a:off x="3285081" y="3025612"/>
              <a:ext cx="36696" cy="3669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5"/>
            <p:cNvSpPr/>
            <p:nvPr/>
          </p:nvSpPr>
          <p:spPr>
            <a:xfrm>
              <a:off x="3349944" y="2861400"/>
              <a:ext cx="46722" cy="4672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6"/>
            <p:cNvSpPr/>
            <p:nvPr/>
          </p:nvSpPr>
          <p:spPr>
            <a:xfrm>
              <a:off x="3279583" y="3396684"/>
              <a:ext cx="43586" cy="4358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7"/>
            <p:cNvSpPr/>
            <p:nvPr/>
          </p:nvSpPr>
          <p:spPr>
            <a:xfrm>
              <a:off x="3290207" y="3090086"/>
              <a:ext cx="38237" cy="3823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8"/>
            <p:cNvSpPr/>
            <p:nvPr/>
          </p:nvSpPr>
          <p:spPr>
            <a:xfrm>
              <a:off x="3284757" y="3103832"/>
              <a:ext cx="37481" cy="3748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89"/>
            <p:cNvSpPr/>
            <p:nvPr/>
          </p:nvSpPr>
          <p:spPr>
            <a:xfrm>
              <a:off x="3308750" y="3215146"/>
              <a:ext cx="41635" cy="4163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0"/>
            <p:cNvSpPr/>
            <p:nvPr/>
          </p:nvSpPr>
          <p:spPr>
            <a:xfrm>
              <a:off x="3287223" y="3102359"/>
              <a:ext cx="37020" cy="3702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1"/>
            <p:cNvSpPr/>
            <p:nvPr/>
          </p:nvSpPr>
          <p:spPr>
            <a:xfrm>
              <a:off x="3279551" y="4958807"/>
              <a:ext cx="36568" cy="3656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2"/>
            <p:cNvSpPr/>
            <p:nvPr/>
          </p:nvSpPr>
          <p:spPr>
            <a:xfrm>
              <a:off x="3279647" y="4493401"/>
              <a:ext cx="36390" cy="3639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3"/>
            <p:cNvSpPr/>
            <p:nvPr/>
          </p:nvSpPr>
          <p:spPr>
            <a:xfrm>
              <a:off x="3280659" y="3135826"/>
              <a:ext cx="36133" cy="3613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4"/>
            <p:cNvSpPr/>
            <p:nvPr/>
          </p:nvSpPr>
          <p:spPr>
            <a:xfrm>
              <a:off x="3282907" y="3095588"/>
              <a:ext cx="36133" cy="3613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5"/>
            <p:cNvSpPr/>
            <p:nvPr/>
          </p:nvSpPr>
          <p:spPr>
            <a:xfrm>
              <a:off x="3279526" y="2965855"/>
              <a:ext cx="36179" cy="3617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6"/>
            <p:cNvSpPr/>
            <p:nvPr/>
          </p:nvSpPr>
          <p:spPr>
            <a:xfrm>
              <a:off x="3279451" y="4493737"/>
              <a:ext cx="36162" cy="3616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7"/>
            <p:cNvSpPr/>
            <p:nvPr/>
          </p:nvSpPr>
          <p:spPr>
            <a:xfrm>
              <a:off x="3279603" y="3490002"/>
              <a:ext cx="37018" cy="3701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8"/>
            <p:cNvSpPr/>
            <p:nvPr/>
          </p:nvSpPr>
          <p:spPr>
            <a:xfrm>
              <a:off x="3302895" y="3853679"/>
              <a:ext cx="37877" cy="3787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399"/>
            <p:cNvSpPr/>
            <p:nvPr/>
          </p:nvSpPr>
          <p:spPr>
            <a:xfrm>
              <a:off x="3279475" y="2822120"/>
              <a:ext cx="36101" cy="3610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0"/>
            <p:cNvSpPr/>
            <p:nvPr/>
          </p:nvSpPr>
          <p:spPr>
            <a:xfrm>
              <a:off x="3279576" y="1963565"/>
              <a:ext cx="36116" cy="3611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1"/>
            <p:cNvSpPr/>
            <p:nvPr/>
          </p:nvSpPr>
          <p:spPr>
            <a:xfrm>
              <a:off x="3279597" y="3796575"/>
              <a:ext cx="36113" cy="3611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2"/>
            <p:cNvSpPr/>
            <p:nvPr/>
          </p:nvSpPr>
          <p:spPr>
            <a:xfrm>
              <a:off x="3280488" y="3088408"/>
              <a:ext cx="36121" cy="3612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3"/>
            <p:cNvSpPr/>
            <p:nvPr/>
          </p:nvSpPr>
          <p:spPr>
            <a:xfrm>
              <a:off x="3285495" y="3705220"/>
              <a:ext cx="37456" cy="3745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4"/>
            <p:cNvSpPr/>
            <p:nvPr/>
          </p:nvSpPr>
          <p:spPr>
            <a:xfrm>
              <a:off x="3565821" y="3831073"/>
              <a:ext cx="42965" cy="4296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5"/>
            <p:cNvSpPr/>
            <p:nvPr/>
          </p:nvSpPr>
          <p:spPr>
            <a:xfrm>
              <a:off x="3281143" y="3251503"/>
              <a:ext cx="36551" cy="3655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6"/>
            <p:cNvSpPr/>
            <p:nvPr/>
          </p:nvSpPr>
          <p:spPr>
            <a:xfrm>
              <a:off x="3289489" y="3130120"/>
              <a:ext cx="36198" cy="3619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7"/>
            <p:cNvSpPr/>
            <p:nvPr/>
          </p:nvSpPr>
          <p:spPr>
            <a:xfrm>
              <a:off x="4269443" y="3047257"/>
              <a:ext cx="45917" cy="4591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8"/>
            <p:cNvSpPr/>
            <p:nvPr/>
          </p:nvSpPr>
          <p:spPr>
            <a:xfrm>
              <a:off x="3280871" y="4546394"/>
              <a:ext cx="36435" cy="3643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09"/>
            <p:cNvSpPr/>
            <p:nvPr/>
          </p:nvSpPr>
          <p:spPr>
            <a:xfrm>
              <a:off x="3281054" y="3132900"/>
              <a:ext cx="36434" cy="3643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0"/>
            <p:cNvSpPr/>
            <p:nvPr/>
          </p:nvSpPr>
          <p:spPr>
            <a:xfrm>
              <a:off x="3279536" y="4187114"/>
              <a:ext cx="36168" cy="3616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1"/>
            <p:cNvSpPr/>
            <p:nvPr/>
          </p:nvSpPr>
          <p:spPr>
            <a:xfrm>
              <a:off x="3300868" y="3375299"/>
              <a:ext cx="40585" cy="4058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2"/>
            <p:cNvSpPr/>
            <p:nvPr/>
          </p:nvSpPr>
          <p:spPr>
            <a:xfrm>
              <a:off x="3301632" y="3015562"/>
              <a:ext cx="36469" cy="3646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3"/>
            <p:cNvSpPr/>
            <p:nvPr/>
          </p:nvSpPr>
          <p:spPr>
            <a:xfrm>
              <a:off x="3333355" y="3769513"/>
              <a:ext cx="41237" cy="4123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4"/>
            <p:cNvSpPr/>
            <p:nvPr/>
          </p:nvSpPr>
          <p:spPr>
            <a:xfrm>
              <a:off x="3332569" y="3338077"/>
              <a:ext cx="38403" cy="3840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5"/>
            <p:cNvSpPr/>
            <p:nvPr/>
          </p:nvSpPr>
          <p:spPr>
            <a:xfrm>
              <a:off x="3279551" y="4445026"/>
              <a:ext cx="36764" cy="3676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6"/>
            <p:cNvSpPr/>
            <p:nvPr/>
          </p:nvSpPr>
          <p:spPr>
            <a:xfrm>
              <a:off x="3314528" y="3265591"/>
              <a:ext cx="37597" cy="3759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7"/>
            <p:cNvSpPr/>
            <p:nvPr/>
          </p:nvSpPr>
          <p:spPr>
            <a:xfrm>
              <a:off x="3279529" y="4465213"/>
              <a:ext cx="36226" cy="3622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8"/>
            <p:cNvSpPr/>
            <p:nvPr/>
          </p:nvSpPr>
          <p:spPr>
            <a:xfrm>
              <a:off x="3284114" y="3196771"/>
              <a:ext cx="36509" cy="3650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19"/>
            <p:cNvSpPr/>
            <p:nvPr/>
          </p:nvSpPr>
          <p:spPr>
            <a:xfrm>
              <a:off x="3294426" y="2803879"/>
              <a:ext cx="37036" cy="3703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0"/>
            <p:cNvSpPr/>
            <p:nvPr/>
          </p:nvSpPr>
          <p:spPr>
            <a:xfrm>
              <a:off x="3284957" y="3145803"/>
              <a:ext cx="36437" cy="3643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1"/>
            <p:cNvSpPr/>
            <p:nvPr/>
          </p:nvSpPr>
          <p:spPr>
            <a:xfrm>
              <a:off x="3319795" y="3099654"/>
              <a:ext cx="40227" cy="4022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2"/>
            <p:cNvSpPr/>
            <p:nvPr/>
          </p:nvSpPr>
          <p:spPr>
            <a:xfrm>
              <a:off x="3285164" y="3992556"/>
              <a:ext cx="36559" cy="3655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3"/>
            <p:cNvSpPr/>
            <p:nvPr/>
          </p:nvSpPr>
          <p:spPr>
            <a:xfrm>
              <a:off x="3282218" y="3090658"/>
              <a:ext cx="36222" cy="3622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4"/>
            <p:cNvSpPr/>
            <p:nvPr/>
          </p:nvSpPr>
          <p:spPr>
            <a:xfrm>
              <a:off x="3279595" y="2732545"/>
              <a:ext cx="36321" cy="3632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5"/>
            <p:cNvSpPr/>
            <p:nvPr/>
          </p:nvSpPr>
          <p:spPr>
            <a:xfrm>
              <a:off x="3279745" y="4512276"/>
              <a:ext cx="36390" cy="3639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6"/>
            <p:cNvSpPr/>
            <p:nvPr/>
          </p:nvSpPr>
          <p:spPr>
            <a:xfrm>
              <a:off x="3291239" y="3179616"/>
              <a:ext cx="37341" cy="3734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7"/>
            <p:cNvSpPr/>
            <p:nvPr/>
          </p:nvSpPr>
          <p:spPr>
            <a:xfrm>
              <a:off x="3310327" y="3494463"/>
              <a:ext cx="39006" cy="3900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8"/>
            <p:cNvSpPr/>
            <p:nvPr/>
          </p:nvSpPr>
          <p:spPr>
            <a:xfrm>
              <a:off x="3283227" y="2967876"/>
              <a:ext cx="36702" cy="3670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29"/>
            <p:cNvSpPr/>
            <p:nvPr/>
          </p:nvSpPr>
          <p:spPr>
            <a:xfrm>
              <a:off x="3300936" y="3458897"/>
              <a:ext cx="40054" cy="4005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0"/>
            <p:cNvSpPr/>
            <p:nvPr/>
          </p:nvSpPr>
          <p:spPr>
            <a:xfrm>
              <a:off x="4247910" y="2574482"/>
              <a:ext cx="45162" cy="4516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1"/>
            <p:cNvSpPr/>
            <p:nvPr/>
          </p:nvSpPr>
          <p:spPr>
            <a:xfrm>
              <a:off x="3325608" y="3179113"/>
              <a:ext cx="36124" cy="3612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2"/>
            <p:cNvSpPr/>
            <p:nvPr/>
          </p:nvSpPr>
          <p:spPr>
            <a:xfrm>
              <a:off x="3289221" y="3106212"/>
              <a:ext cx="36199" cy="3619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3"/>
            <p:cNvSpPr/>
            <p:nvPr/>
          </p:nvSpPr>
          <p:spPr>
            <a:xfrm>
              <a:off x="3279467" y="3444403"/>
              <a:ext cx="36110" cy="3611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4"/>
            <p:cNvSpPr/>
            <p:nvPr/>
          </p:nvSpPr>
          <p:spPr>
            <a:xfrm>
              <a:off x="3291837" y="3203006"/>
              <a:ext cx="37273" cy="3727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5"/>
            <p:cNvSpPr/>
            <p:nvPr/>
          </p:nvSpPr>
          <p:spPr>
            <a:xfrm>
              <a:off x="3288208" y="3434254"/>
              <a:ext cx="38860" cy="3886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6"/>
            <p:cNvSpPr/>
            <p:nvPr/>
          </p:nvSpPr>
          <p:spPr>
            <a:xfrm>
              <a:off x="3279464" y="3617638"/>
              <a:ext cx="36114" cy="3611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7"/>
            <p:cNvSpPr/>
            <p:nvPr/>
          </p:nvSpPr>
          <p:spPr>
            <a:xfrm>
              <a:off x="3293099" y="3204115"/>
              <a:ext cx="36139" cy="3613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8"/>
            <p:cNvSpPr/>
            <p:nvPr/>
          </p:nvSpPr>
          <p:spPr>
            <a:xfrm>
              <a:off x="3301566" y="4663487"/>
              <a:ext cx="39562" cy="3956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39"/>
            <p:cNvSpPr/>
            <p:nvPr/>
          </p:nvSpPr>
          <p:spPr>
            <a:xfrm>
              <a:off x="3282340" y="2943918"/>
              <a:ext cx="37388" cy="3738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0"/>
            <p:cNvSpPr/>
            <p:nvPr/>
          </p:nvSpPr>
          <p:spPr>
            <a:xfrm>
              <a:off x="3300526" y="3451608"/>
              <a:ext cx="36474" cy="3647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1"/>
            <p:cNvSpPr/>
            <p:nvPr/>
          </p:nvSpPr>
          <p:spPr>
            <a:xfrm>
              <a:off x="3322712" y="3436491"/>
              <a:ext cx="40794" cy="4079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2"/>
            <p:cNvSpPr/>
            <p:nvPr/>
          </p:nvSpPr>
          <p:spPr>
            <a:xfrm>
              <a:off x="3284160" y="3218035"/>
              <a:ext cx="36603" cy="3660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3"/>
            <p:cNvSpPr/>
            <p:nvPr/>
          </p:nvSpPr>
          <p:spPr>
            <a:xfrm>
              <a:off x="3279410" y="5478727"/>
              <a:ext cx="36547" cy="3654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4"/>
            <p:cNvSpPr/>
            <p:nvPr/>
          </p:nvSpPr>
          <p:spPr>
            <a:xfrm>
              <a:off x="3279931" y="5534102"/>
              <a:ext cx="37129" cy="3712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5"/>
            <p:cNvSpPr/>
            <p:nvPr/>
          </p:nvSpPr>
          <p:spPr>
            <a:xfrm>
              <a:off x="3279355" y="3531542"/>
              <a:ext cx="38236" cy="3823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6"/>
            <p:cNvSpPr/>
            <p:nvPr/>
          </p:nvSpPr>
          <p:spPr>
            <a:xfrm>
              <a:off x="3281231" y="3090248"/>
              <a:ext cx="36140" cy="3614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7"/>
            <p:cNvSpPr/>
            <p:nvPr/>
          </p:nvSpPr>
          <p:spPr>
            <a:xfrm>
              <a:off x="3330852" y="3835209"/>
              <a:ext cx="42019" cy="4201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8"/>
            <p:cNvSpPr/>
            <p:nvPr/>
          </p:nvSpPr>
          <p:spPr>
            <a:xfrm>
              <a:off x="3279450" y="2610603"/>
              <a:ext cx="36215" cy="3621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49"/>
            <p:cNvSpPr/>
            <p:nvPr/>
          </p:nvSpPr>
          <p:spPr>
            <a:xfrm>
              <a:off x="3303395" y="2994506"/>
              <a:ext cx="36353" cy="3635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0"/>
            <p:cNvSpPr/>
            <p:nvPr/>
          </p:nvSpPr>
          <p:spPr>
            <a:xfrm>
              <a:off x="3318792" y="3327978"/>
              <a:ext cx="39579" cy="3957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1"/>
            <p:cNvSpPr/>
            <p:nvPr/>
          </p:nvSpPr>
          <p:spPr>
            <a:xfrm>
              <a:off x="3297325" y="3829234"/>
              <a:ext cx="38151" cy="3815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2"/>
            <p:cNvSpPr/>
            <p:nvPr/>
          </p:nvSpPr>
          <p:spPr>
            <a:xfrm>
              <a:off x="3416411" y="2551921"/>
              <a:ext cx="40844" cy="4084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3"/>
            <p:cNvSpPr/>
            <p:nvPr/>
          </p:nvSpPr>
          <p:spPr>
            <a:xfrm>
              <a:off x="3297520" y="1417124"/>
              <a:ext cx="1613556" cy="2391399"/>
            </a:xfrm>
            <a:custGeom>
              <a:avLst/>
              <a:pathLst>
                <a:path w="1613556" h="2391399">
                  <a:moveTo>
                    <a:pt x="0" y="1969431"/>
                  </a:moveTo>
                  <a:lnTo>
                    <a:pt x="20424" y="1983913"/>
                  </a:lnTo>
                  <a:lnTo>
                    <a:pt x="40849" y="1988739"/>
                  </a:lnTo>
                  <a:lnTo>
                    <a:pt x="61274" y="1985132"/>
                  </a:lnTo>
                  <a:lnTo>
                    <a:pt x="81699" y="1975470"/>
                  </a:lnTo>
                  <a:lnTo>
                    <a:pt x="102123" y="1961906"/>
                  </a:lnTo>
                  <a:lnTo>
                    <a:pt x="122548" y="1945927"/>
                  </a:lnTo>
                  <a:lnTo>
                    <a:pt x="142973" y="1928452"/>
                  </a:lnTo>
                  <a:lnTo>
                    <a:pt x="163398" y="1910097"/>
                  </a:lnTo>
                  <a:lnTo>
                    <a:pt x="183822" y="1891257"/>
                  </a:lnTo>
                  <a:lnTo>
                    <a:pt x="204247" y="1872167"/>
                  </a:lnTo>
                  <a:lnTo>
                    <a:pt x="224672" y="1852967"/>
                  </a:lnTo>
                  <a:lnTo>
                    <a:pt x="245097" y="1833741"/>
                  </a:lnTo>
                  <a:lnTo>
                    <a:pt x="265521" y="1814536"/>
                  </a:lnTo>
                  <a:lnTo>
                    <a:pt x="285946" y="1795377"/>
                  </a:lnTo>
                  <a:lnTo>
                    <a:pt x="306371" y="1776273"/>
                  </a:lnTo>
                  <a:lnTo>
                    <a:pt x="326796" y="1757222"/>
                  </a:lnTo>
                  <a:lnTo>
                    <a:pt x="347220" y="1738219"/>
                  </a:lnTo>
                  <a:lnTo>
                    <a:pt x="367645" y="1719250"/>
                  </a:lnTo>
                  <a:lnTo>
                    <a:pt x="388070" y="1700299"/>
                  </a:lnTo>
                  <a:lnTo>
                    <a:pt x="408495" y="1681350"/>
                  </a:lnTo>
                  <a:lnTo>
                    <a:pt x="428920" y="1662384"/>
                  </a:lnTo>
                  <a:lnTo>
                    <a:pt x="449344" y="1643382"/>
                  </a:lnTo>
                  <a:lnTo>
                    <a:pt x="469769" y="1624326"/>
                  </a:lnTo>
                  <a:lnTo>
                    <a:pt x="490194" y="1605197"/>
                  </a:lnTo>
                  <a:lnTo>
                    <a:pt x="510619" y="1585979"/>
                  </a:lnTo>
                  <a:lnTo>
                    <a:pt x="531043" y="1566655"/>
                  </a:lnTo>
                  <a:lnTo>
                    <a:pt x="551468" y="1547211"/>
                  </a:lnTo>
                  <a:lnTo>
                    <a:pt x="571893" y="1527634"/>
                  </a:lnTo>
                  <a:lnTo>
                    <a:pt x="592318" y="1507914"/>
                  </a:lnTo>
                  <a:lnTo>
                    <a:pt x="612742" y="1488041"/>
                  </a:lnTo>
                  <a:lnTo>
                    <a:pt x="633167" y="1468010"/>
                  </a:lnTo>
                  <a:lnTo>
                    <a:pt x="653592" y="1447815"/>
                  </a:lnTo>
                  <a:lnTo>
                    <a:pt x="674017" y="1427455"/>
                  </a:lnTo>
                  <a:lnTo>
                    <a:pt x="694441" y="1406929"/>
                  </a:lnTo>
                  <a:lnTo>
                    <a:pt x="714866" y="1386240"/>
                  </a:lnTo>
                  <a:lnTo>
                    <a:pt x="735291" y="1365390"/>
                  </a:lnTo>
                  <a:lnTo>
                    <a:pt x="755716" y="1344387"/>
                  </a:lnTo>
                  <a:lnTo>
                    <a:pt x="776140" y="1323235"/>
                  </a:lnTo>
                  <a:lnTo>
                    <a:pt x="796565" y="1301944"/>
                  </a:lnTo>
                  <a:lnTo>
                    <a:pt x="816990" y="1280520"/>
                  </a:lnTo>
                  <a:lnTo>
                    <a:pt x="837415" y="1258972"/>
                  </a:lnTo>
                  <a:lnTo>
                    <a:pt x="857840" y="1237308"/>
                  </a:lnTo>
                  <a:lnTo>
                    <a:pt x="878264" y="1215532"/>
                  </a:lnTo>
                  <a:lnTo>
                    <a:pt x="898689" y="1193648"/>
                  </a:lnTo>
                  <a:lnTo>
                    <a:pt x="919114" y="1171658"/>
                  </a:lnTo>
                  <a:lnTo>
                    <a:pt x="939539" y="1149558"/>
                  </a:lnTo>
                  <a:lnTo>
                    <a:pt x="959963" y="1127339"/>
                  </a:lnTo>
                  <a:lnTo>
                    <a:pt x="980388" y="1104989"/>
                  </a:lnTo>
                  <a:lnTo>
                    <a:pt x="1000813" y="1082488"/>
                  </a:lnTo>
                  <a:lnTo>
                    <a:pt x="1021238" y="1059809"/>
                  </a:lnTo>
                  <a:lnTo>
                    <a:pt x="1041662" y="1036916"/>
                  </a:lnTo>
                  <a:lnTo>
                    <a:pt x="1062087" y="1013767"/>
                  </a:lnTo>
                  <a:lnTo>
                    <a:pt x="1082512" y="990310"/>
                  </a:lnTo>
                  <a:lnTo>
                    <a:pt x="1102937" y="966482"/>
                  </a:lnTo>
                  <a:lnTo>
                    <a:pt x="1123361" y="942214"/>
                  </a:lnTo>
                  <a:lnTo>
                    <a:pt x="1143786" y="917428"/>
                  </a:lnTo>
                  <a:lnTo>
                    <a:pt x="1164211" y="892036"/>
                  </a:lnTo>
                  <a:lnTo>
                    <a:pt x="1184636" y="865946"/>
                  </a:lnTo>
                  <a:lnTo>
                    <a:pt x="1205060" y="839060"/>
                  </a:lnTo>
                  <a:lnTo>
                    <a:pt x="1225485" y="811275"/>
                  </a:lnTo>
                  <a:lnTo>
                    <a:pt x="1245910" y="782488"/>
                  </a:lnTo>
                  <a:lnTo>
                    <a:pt x="1266335" y="752595"/>
                  </a:lnTo>
                  <a:lnTo>
                    <a:pt x="1286760" y="721495"/>
                  </a:lnTo>
                  <a:lnTo>
                    <a:pt x="1307184" y="689090"/>
                  </a:lnTo>
                  <a:lnTo>
                    <a:pt x="1327609" y="655287"/>
                  </a:lnTo>
                  <a:lnTo>
                    <a:pt x="1348034" y="620002"/>
                  </a:lnTo>
                  <a:lnTo>
                    <a:pt x="1368459" y="583154"/>
                  </a:lnTo>
                  <a:lnTo>
                    <a:pt x="1388883" y="544674"/>
                  </a:lnTo>
                  <a:lnTo>
                    <a:pt x="1409308" y="504496"/>
                  </a:lnTo>
                  <a:lnTo>
                    <a:pt x="1429733" y="462567"/>
                  </a:lnTo>
                  <a:lnTo>
                    <a:pt x="1450158" y="418837"/>
                  </a:lnTo>
                  <a:lnTo>
                    <a:pt x="1470582" y="373263"/>
                  </a:lnTo>
                  <a:lnTo>
                    <a:pt x="1491007" y="325808"/>
                  </a:lnTo>
                  <a:lnTo>
                    <a:pt x="1511432" y="276440"/>
                  </a:lnTo>
                  <a:lnTo>
                    <a:pt x="1531857" y="225130"/>
                  </a:lnTo>
                  <a:lnTo>
                    <a:pt x="1552281" y="171854"/>
                  </a:lnTo>
                  <a:lnTo>
                    <a:pt x="1572706" y="116587"/>
                  </a:lnTo>
                  <a:lnTo>
                    <a:pt x="1593131" y="59309"/>
                  </a:lnTo>
                  <a:lnTo>
                    <a:pt x="1613556" y="0"/>
                  </a:lnTo>
                  <a:lnTo>
                    <a:pt x="1613556" y="2378753"/>
                  </a:lnTo>
                  <a:lnTo>
                    <a:pt x="1593131" y="2316620"/>
                  </a:lnTo>
                  <a:lnTo>
                    <a:pt x="1572706" y="2258842"/>
                  </a:lnTo>
                  <a:lnTo>
                    <a:pt x="1552281" y="2205334"/>
                  </a:lnTo>
                  <a:lnTo>
                    <a:pt x="1531857" y="2156008"/>
                  </a:lnTo>
                  <a:lnTo>
                    <a:pt x="1511432" y="2110778"/>
                  </a:lnTo>
                  <a:lnTo>
                    <a:pt x="1491007" y="2069552"/>
                  </a:lnTo>
                  <a:lnTo>
                    <a:pt x="1470582" y="2032236"/>
                  </a:lnTo>
                  <a:lnTo>
                    <a:pt x="1450158" y="1998733"/>
                  </a:lnTo>
                  <a:lnTo>
                    <a:pt x="1429733" y="1968941"/>
                  </a:lnTo>
                  <a:lnTo>
                    <a:pt x="1409308" y="1942751"/>
                  </a:lnTo>
                  <a:lnTo>
                    <a:pt x="1388883" y="1920050"/>
                  </a:lnTo>
                  <a:lnTo>
                    <a:pt x="1368459" y="1900716"/>
                  </a:lnTo>
                  <a:lnTo>
                    <a:pt x="1348034" y="1884621"/>
                  </a:lnTo>
                  <a:lnTo>
                    <a:pt x="1327609" y="1871629"/>
                  </a:lnTo>
                  <a:lnTo>
                    <a:pt x="1307184" y="1861595"/>
                  </a:lnTo>
                  <a:lnTo>
                    <a:pt x="1286760" y="1854369"/>
                  </a:lnTo>
                  <a:lnTo>
                    <a:pt x="1266335" y="1849792"/>
                  </a:lnTo>
                  <a:lnTo>
                    <a:pt x="1245910" y="1847702"/>
                  </a:lnTo>
                  <a:lnTo>
                    <a:pt x="1225485" y="1847932"/>
                  </a:lnTo>
                  <a:lnTo>
                    <a:pt x="1205060" y="1850313"/>
                  </a:lnTo>
                  <a:lnTo>
                    <a:pt x="1184636" y="1854676"/>
                  </a:lnTo>
                  <a:lnTo>
                    <a:pt x="1164211" y="1860855"/>
                  </a:lnTo>
                  <a:lnTo>
                    <a:pt x="1143786" y="1868685"/>
                  </a:lnTo>
                  <a:lnTo>
                    <a:pt x="1123361" y="1878008"/>
                  </a:lnTo>
                  <a:lnTo>
                    <a:pt x="1102937" y="1888672"/>
                  </a:lnTo>
                  <a:lnTo>
                    <a:pt x="1082512" y="1900534"/>
                  </a:lnTo>
                  <a:lnTo>
                    <a:pt x="1062087" y="1913458"/>
                  </a:lnTo>
                  <a:lnTo>
                    <a:pt x="1041662" y="1927318"/>
                  </a:lnTo>
                  <a:lnTo>
                    <a:pt x="1021238" y="1941996"/>
                  </a:lnTo>
                  <a:lnTo>
                    <a:pt x="1000813" y="1957384"/>
                  </a:lnTo>
                  <a:lnTo>
                    <a:pt x="980388" y="1973381"/>
                  </a:lnTo>
                  <a:lnTo>
                    <a:pt x="959963" y="1989895"/>
                  </a:lnTo>
                  <a:lnTo>
                    <a:pt x="939539" y="2006841"/>
                  </a:lnTo>
                  <a:lnTo>
                    <a:pt x="919114" y="2024141"/>
                  </a:lnTo>
                  <a:lnTo>
                    <a:pt x="898689" y="2041720"/>
                  </a:lnTo>
                  <a:lnTo>
                    <a:pt x="878264" y="2059512"/>
                  </a:lnTo>
                  <a:lnTo>
                    <a:pt x="857840" y="2077451"/>
                  </a:lnTo>
                  <a:lnTo>
                    <a:pt x="837415" y="2095475"/>
                  </a:lnTo>
                  <a:lnTo>
                    <a:pt x="816990" y="2113525"/>
                  </a:lnTo>
                  <a:lnTo>
                    <a:pt x="796565" y="2131544"/>
                  </a:lnTo>
                  <a:lnTo>
                    <a:pt x="776140" y="2149472"/>
                  </a:lnTo>
                  <a:lnTo>
                    <a:pt x="755716" y="2167255"/>
                  </a:lnTo>
                  <a:lnTo>
                    <a:pt x="735291" y="2184833"/>
                  </a:lnTo>
                  <a:lnTo>
                    <a:pt x="714866" y="2202148"/>
                  </a:lnTo>
                  <a:lnTo>
                    <a:pt x="694441" y="2219141"/>
                  </a:lnTo>
                  <a:lnTo>
                    <a:pt x="674017" y="2235749"/>
                  </a:lnTo>
                  <a:lnTo>
                    <a:pt x="653592" y="2251911"/>
                  </a:lnTo>
                  <a:lnTo>
                    <a:pt x="633167" y="2267559"/>
                  </a:lnTo>
                  <a:lnTo>
                    <a:pt x="612742" y="2282628"/>
                  </a:lnTo>
                  <a:lnTo>
                    <a:pt x="592318" y="2297046"/>
                  </a:lnTo>
                  <a:lnTo>
                    <a:pt x="571893" y="2310743"/>
                  </a:lnTo>
                  <a:lnTo>
                    <a:pt x="551468" y="2323644"/>
                  </a:lnTo>
                  <a:lnTo>
                    <a:pt x="531043" y="2335674"/>
                  </a:lnTo>
                  <a:lnTo>
                    <a:pt x="510619" y="2346753"/>
                  </a:lnTo>
                  <a:lnTo>
                    <a:pt x="490194" y="2356803"/>
                  </a:lnTo>
                  <a:lnTo>
                    <a:pt x="469769" y="2365743"/>
                  </a:lnTo>
                  <a:lnTo>
                    <a:pt x="449344" y="2373489"/>
                  </a:lnTo>
                  <a:lnTo>
                    <a:pt x="428920" y="2379960"/>
                  </a:lnTo>
                  <a:lnTo>
                    <a:pt x="408495" y="2385069"/>
                  </a:lnTo>
                  <a:lnTo>
                    <a:pt x="388070" y="2388735"/>
                  </a:lnTo>
                  <a:lnTo>
                    <a:pt x="367645" y="2390872"/>
                  </a:lnTo>
                  <a:lnTo>
                    <a:pt x="347220" y="2391399"/>
                  </a:lnTo>
                  <a:lnTo>
                    <a:pt x="326796" y="2390234"/>
                  </a:lnTo>
                  <a:lnTo>
                    <a:pt x="306371" y="2387301"/>
                  </a:lnTo>
                  <a:lnTo>
                    <a:pt x="285946" y="2382525"/>
                  </a:lnTo>
                  <a:lnTo>
                    <a:pt x="265521" y="2375842"/>
                  </a:lnTo>
                  <a:lnTo>
                    <a:pt x="245097" y="2367195"/>
                  </a:lnTo>
                  <a:lnTo>
                    <a:pt x="224672" y="2356544"/>
                  </a:lnTo>
                  <a:lnTo>
                    <a:pt x="204247" y="2343870"/>
                  </a:lnTo>
                  <a:lnTo>
                    <a:pt x="183822" y="2329192"/>
                  </a:lnTo>
                  <a:lnTo>
                    <a:pt x="163398" y="2312586"/>
                  </a:lnTo>
                  <a:lnTo>
                    <a:pt x="142973" y="2294220"/>
                  </a:lnTo>
                  <a:lnTo>
                    <a:pt x="122548" y="2274529"/>
                  </a:lnTo>
                  <a:lnTo>
                    <a:pt x="102123" y="2254802"/>
                  </a:lnTo>
                  <a:lnTo>
                    <a:pt x="81699" y="2236020"/>
                  </a:lnTo>
                  <a:lnTo>
                    <a:pt x="61274" y="2219582"/>
                  </a:lnTo>
                  <a:lnTo>
                    <a:pt x="40849" y="2207556"/>
                  </a:lnTo>
                  <a:lnTo>
                    <a:pt x="20424" y="2202271"/>
                  </a:lnTo>
                  <a:lnTo>
                    <a:pt x="0" y="2205052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55" name="pl454"/>
            <p:cNvSpPr/>
            <p:nvPr/>
          </p:nvSpPr>
          <p:spPr>
            <a:xfrm>
              <a:off x="3297520" y="1417124"/>
              <a:ext cx="1613556" cy="1988739"/>
            </a:xfrm>
            <a:custGeom>
              <a:avLst/>
              <a:pathLst>
                <a:path w="1613556" h="1988739">
                  <a:moveTo>
                    <a:pt x="0" y="1969431"/>
                  </a:moveTo>
                  <a:lnTo>
                    <a:pt x="20424" y="1983913"/>
                  </a:lnTo>
                  <a:lnTo>
                    <a:pt x="40849" y="1988739"/>
                  </a:lnTo>
                  <a:lnTo>
                    <a:pt x="61274" y="1985132"/>
                  </a:lnTo>
                  <a:lnTo>
                    <a:pt x="81699" y="1975470"/>
                  </a:lnTo>
                  <a:lnTo>
                    <a:pt x="102123" y="1961906"/>
                  </a:lnTo>
                  <a:lnTo>
                    <a:pt x="122548" y="1945927"/>
                  </a:lnTo>
                  <a:lnTo>
                    <a:pt x="142973" y="1928452"/>
                  </a:lnTo>
                  <a:lnTo>
                    <a:pt x="163398" y="1910097"/>
                  </a:lnTo>
                  <a:lnTo>
                    <a:pt x="183822" y="1891257"/>
                  </a:lnTo>
                  <a:lnTo>
                    <a:pt x="204247" y="1872167"/>
                  </a:lnTo>
                  <a:lnTo>
                    <a:pt x="224672" y="1852967"/>
                  </a:lnTo>
                  <a:lnTo>
                    <a:pt x="245097" y="1833741"/>
                  </a:lnTo>
                  <a:lnTo>
                    <a:pt x="265521" y="1814536"/>
                  </a:lnTo>
                  <a:lnTo>
                    <a:pt x="285946" y="1795377"/>
                  </a:lnTo>
                  <a:lnTo>
                    <a:pt x="306371" y="1776273"/>
                  </a:lnTo>
                  <a:lnTo>
                    <a:pt x="326796" y="1757222"/>
                  </a:lnTo>
                  <a:lnTo>
                    <a:pt x="347220" y="1738219"/>
                  </a:lnTo>
                  <a:lnTo>
                    <a:pt x="367645" y="1719250"/>
                  </a:lnTo>
                  <a:lnTo>
                    <a:pt x="388070" y="1700299"/>
                  </a:lnTo>
                  <a:lnTo>
                    <a:pt x="408495" y="1681350"/>
                  </a:lnTo>
                  <a:lnTo>
                    <a:pt x="428920" y="1662384"/>
                  </a:lnTo>
                  <a:lnTo>
                    <a:pt x="449344" y="1643382"/>
                  </a:lnTo>
                  <a:lnTo>
                    <a:pt x="469769" y="1624326"/>
                  </a:lnTo>
                  <a:lnTo>
                    <a:pt x="490194" y="1605197"/>
                  </a:lnTo>
                  <a:lnTo>
                    <a:pt x="510619" y="1585979"/>
                  </a:lnTo>
                  <a:lnTo>
                    <a:pt x="531043" y="1566655"/>
                  </a:lnTo>
                  <a:lnTo>
                    <a:pt x="551468" y="1547211"/>
                  </a:lnTo>
                  <a:lnTo>
                    <a:pt x="571893" y="1527634"/>
                  </a:lnTo>
                  <a:lnTo>
                    <a:pt x="592318" y="1507914"/>
                  </a:lnTo>
                  <a:lnTo>
                    <a:pt x="612742" y="1488041"/>
                  </a:lnTo>
                  <a:lnTo>
                    <a:pt x="633167" y="1468010"/>
                  </a:lnTo>
                  <a:lnTo>
                    <a:pt x="653592" y="1447815"/>
                  </a:lnTo>
                  <a:lnTo>
                    <a:pt x="674017" y="1427455"/>
                  </a:lnTo>
                  <a:lnTo>
                    <a:pt x="694441" y="1406929"/>
                  </a:lnTo>
                  <a:lnTo>
                    <a:pt x="714866" y="1386240"/>
                  </a:lnTo>
                  <a:lnTo>
                    <a:pt x="735291" y="1365390"/>
                  </a:lnTo>
                  <a:lnTo>
                    <a:pt x="755716" y="1344387"/>
                  </a:lnTo>
                  <a:lnTo>
                    <a:pt x="776140" y="1323235"/>
                  </a:lnTo>
                  <a:lnTo>
                    <a:pt x="796565" y="1301944"/>
                  </a:lnTo>
                  <a:lnTo>
                    <a:pt x="816990" y="1280520"/>
                  </a:lnTo>
                  <a:lnTo>
                    <a:pt x="837415" y="1258972"/>
                  </a:lnTo>
                  <a:lnTo>
                    <a:pt x="857840" y="1237308"/>
                  </a:lnTo>
                  <a:lnTo>
                    <a:pt x="878264" y="1215532"/>
                  </a:lnTo>
                  <a:lnTo>
                    <a:pt x="898689" y="1193648"/>
                  </a:lnTo>
                  <a:lnTo>
                    <a:pt x="919114" y="1171658"/>
                  </a:lnTo>
                  <a:lnTo>
                    <a:pt x="939539" y="1149558"/>
                  </a:lnTo>
                  <a:lnTo>
                    <a:pt x="959963" y="1127339"/>
                  </a:lnTo>
                  <a:lnTo>
                    <a:pt x="980388" y="1104989"/>
                  </a:lnTo>
                  <a:lnTo>
                    <a:pt x="1000813" y="1082488"/>
                  </a:lnTo>
                  <a:lnTo>
                    <a:pt x="1021238" y="1059809"/>
                  </a:lnTo>
                  <a:lnTo>
                    <a:pt x="1041662" y="1036916"/>
                  </a:lnTo>
                  <a:lnTo>
                    <a:pt x="1062087" y="1013767"/>
                  </a:lnTo>
                  <a:lnTo>
                    <a:pt x="1082512" y="990310"/>
                  </a:lnTo>
                  <a:lnTo>
                    <a:pt x="1102937" y="966482"/>
                  </a:lnTo>
                  <a:lnTo>
                    <a:pt x="1123361" y="942214"/>
                  </a:lnTo>
                  <a:lnTo>
                    <a:pt x="1143786" y="917428"/>
                  </a:lnTo>
                  <a:lnTo>
                    <a:pt x="1164211" y="892036"/>
                  </a:lnTo>
                  <a:lnTo>
                    <a:pt x="1184636" y="865946"/>
                  </a:lnTo>
                  <a:lnTo>
                    <a:pt x="1205060" y="839060"/>
                  </a:lnTo>
                  <a:lnTo>
                    <a:pt x="1225485" y="811275"/>
                  </a:lnTo>
                  <a:lnTo>
                    <a:pt x="1245910" y="782488"/>
                  </a:lnTo>
                  <a:lnTo>
                    <a:pt x="1266335" y="752595"/>
                  </a:lnTo>
                  <a:lnTo>
                    <a:pt x="1286760" y="721495"/>
                  </a:lnTo>
                  <a:lnTo>
                    <a:pt x="1307184" y="689090"/>
                  </a:lnTo>
                  <a:lnTo>
                    <a:pt x="1327609" y="655287"/>
                  </a:lnTo>
                  <a:lnTo>
                    <a:pt x="1348034" y="620002"/>
                  </a:lnTo>
                  <a:lnTo>
                    <a:pt x="1368459" y="583154"/>
                  </a:lnTo>
                  <a:lnTo>
                    <a:pt x="1388883" y="544674"/>
                  </a:lnTo>
                  <a:lnTo>
                    <a:pt x="1409308" y="504496"/>
                  </a:lnTo>
                  <a:lnTo>
                    <a:pt x="1429733" y="462567"/>
                  </a:lnTo>
                  <a:lnTo>
                    <a:pt x="1450158" y="418837"/>
                  </a:lnTo>
                  <a:lnTo>
                    <a:pt x="1470582" y="373263"/>
                  </a:lnTo>
                  <a:lnTo>
                    <a:pt x="1491007" y="325808"/>
                  </a:lnTo>
                  <a:lnTo>
                    <a:pt x="1511432" y="276440"/>
                  </a:lnTo>
                  <a:lnTo>
                    <a:pt x="1531857" y="225130"/>
                  </a:lnTo>
                  <a:lnTo>
                    <a:pt x="1552281" y="171854"/>
                  </a:lnTo>
                  <a:lnTo>
                    <a:pt x="1572706" y="116587"/>
                  </a:lnTo>
                  <a:lnTo>
                    <a:pt x="1593131" y="59309"/>
                  </a:lnTo>
                  <a:lnTo>
                    <a:pt x="161355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56" name="pl455"/>
            <p:cNvSpPr/>
            <p:nvPr/>
          </p:nvSpPr>
          <p:spPr>
            <a:xfrm>
              <a:off x="3297520" y="3264827"/>
              <a:ext cx="1613556" cy="543696"/>
            </a:xfrm>
            <a:custGeom>
              <a:avLst/>
              <a:pathLst>
                <a:path w="1613556" h="543696">
                  <a:moveTo>
                    <a:pt x="1613556" y="531051"/>
                  </a:moveTo>
                  <a:lnTo>
                    <a:pt x="1593131" y="468918"/>
                  </a:lnTo>
                  <a:lnTo>
                    <a:pt x="1572706" y="411140"/>
                  </a:lnTo>
                  <a:lnTo>
                    <a:pt x="1552281" y="357631"/>
                  </a:lnTo>
                  <a:lnTo>
                    <a:pt x="1531857" y="308306"/>
                  </a:lnTo>
                  <a:lnTo>
                    <a:pt x="1511432" y="263075"/>
                  </a:lnTo>
                  <a:lnTo>
                    <a:pt x="1491007" y="221849"/>
                  </a:lnTo>
                  <a:lnTo>
                    <a:pt x="1470582" y="184533"/>
                  </a:lnTo>
                  <a:lnTo>
                    <a:pt x="1450158" y="151030"/>
                  </a:lnTo>
                  <a:lnTo>
                    <a:pt x="1429733" y="121238"/>
                  </a:lnTo>
                  <a:lnTo>
                    <a:pt x="1409308" y="95048"/>
                  </a:lnTo>
                  <a:lnTo>
                    <a:pt x="1388883" y="72347"/>
                  </a:lnTo>
                  <a:lnTo>
                    <a:pt x="1368459" y="53013"/>
                  </a:lnTo>
                  <a:lnTo>
                    <a:pt x="1348034" y="36919"/>
                  </a:lnTo>
                  <a:lnTo>
                    <a:pt x="1327609" y="23926"/>
                  </a:lnTo>
                  <a:lnTo>
                    <a:pt x="1307184" y="13893"/>
                  </a:lnTo>
                  <a:lnTo>
                    <a:pt x="1286760" y="6666"/>
                  </a:lnTo>
                  <a:lnTo>
                    <a:pt x="1266335" y="2089"/>
                  </a:lnTo>
                  <a:lnTo>
                    <a:pt x="1245910" y="0"/>
                  </a:lnTo>
                  <a:lnTo>
                    <a:pt x="1225485" y="229"/>
                  </a:lnTo>
                  <a:lnTo>
                    <a:pt x="1205060" y="2611"/>
                  </a:lnTo>
                  <a:lnTo>
                    <a:pt x="1184636" y="6974"/>
                  </a:lnTo>
                  <a:lnTo>
                    <a:pt x="1164211" y="13152"/>
                  </a:lnTo>
                  <a:lnTo>
                    <a:pt x="1143786" y="20982"/>
                  </a:lnTo>
                  <a:lnTo>
                    <a:pt x="1123361" y="30305"/>
                  </a:lnTo>
                  <a:lnTo>
                    <a:pt x="1102937" y="40970"/>
                  </a:lnTo>
                  <a:lnTo>
                    <a:pt x="1082512" y="52832"/>
                  </a:lnTo>
                  <a:lnTo>
                    <a:pt x="1062087" y="65756"/>
                  </a:lnTo>
                  <a:lnTo>
                    <a:pt x="1041662" y="79616"/>
                  </a:lnTo>
                  <a:lnTo>
                    <a:pt x="1021238" y="94294"/>
                  </a:lnTo>
                  <a:lnTo>
                    <a:pt x="1000813" y="109681"/>
                  </a:lnTo>
                  <a:lnTo>
                    <a:pt x="980388" y="125678"/>
                  </a:lnTo>
                  <a:lnTo>
                    <a:pt x="959963" y="142192"/>
                  </a:lnTo>
                  <a:lnTo>
                    <a:pt x="939539" y="159139"/>
                  </a:lnTo>
                  <a:lnTo>
                    <a:pt x="919114" y="176438"/>
                  </a:lnTo>
                  <a:lnTo>
                    <a:pt x="898689" y="194018"/>
                  </a:lnTo>
                  <a:lnTo>
                    <a:pt x="878264" y="211809"/>
                  </a:lnTo>
                  <a:lnTo>
                    <a:pt x="857840" y="229748"/>
                  </a:lnTo>
                  <a:lnTo>
                    <a:pt x="837415" y="247772"/>
                  </a:lnTo>
                  <a:lnTo>
                    <a:pt x="816990" y="265823"/>
                  </a:lnTo>
                  <a:lnTo>
                    <a:pt x="796565" y="283841"/>
                  </a:lnTo>
                  <a:lnTo>
                    <a:pt x="776140" y="301770"/>
                  </a:lnTo>
                  <a:lnTo>
                    <a:pt x="755716" y="319552"/>
                  </a:lnTo>
                  <a:lnTo>
                    <a:pt x="735291" y="337130"/>
                  </a:lnTo>
                  <a:lnTo>
                    <a:pt x="714866" y="354446"/>
                  </a:lnTo>
                  <a:lnTo>
                    <a:pt x="694441" y="371438"/>
                  </a:lnTo>
                  <a:lnTo>
                    <a:pt x="674017" y="388047"/>
                  </a:lnTo>
                  <a:lnTo>
                    <a:pt x="653592" y="404208"/>
                  </a:lnTo>
                  <a:lnTo>
                    <a:pt x="633167" y="419857"/>
                  </a:lnTo>
                  <a:lnTo>
                    <a:pt x="612742" y="434925"/>
                  </a:lnTo>
                  <a:lnTo>
                    <a:pt x="592318" y="449344"/>
                  </a:lnTo>
                  <a:lnTo>
                    <a:pt x="571893" y="463041"/>
                  </a:lnTo>
                  <a:lnTo>
                    <a:pt x="551468" y="475942"/>
                  </a:lnTo>
                  <a:lnTo>
                    <a:pt x="531043" y="487971"/>
                  </a:lnTo>
                  <a:lnTo>
                    <a:pt x="510619" y="499051"/>
                  </a:lnTo>
                  <a:lnTo>
                    <a:pt x="490194" y="509101"/>
                  </a:lnTo>
                  <a:lnTo>
                    <a:pt x="469769" y="518041"/>
                  </a:lnTo>
                  <a:lnTo>
                    <a:pt x="449344" y="525787"/>
                  </a:lnTo>
                  <a:lnTo>
                    <a:pt x="428920" y="532257"/>
                  </a:lnTo>
                  <a:lnTo>
                    <a:pt x="408495" y="537367"/>
                  </a:lnTo>
                  <a:lnTo>
                    <a:pt x="388070" y="541032"/>
                  </a:lnTo>
                  <a:lnTo>
                    <a:pt x="367645" y="543169"/>
                  </a:lnTo>
                  <a:lnTo>
                    <a:pt x="347220" y="543696"/>
                  </a:lnTo>
                  <a:lnTo>
                    <a:pt x="326796" y="542532"/>
                  </a:lnTo>
                  <a:lnTo>
                    <a:pt x="306371" y="539598"/>
                  </a:lnTo>
                  <a:lnTo>
                    <a:pt x="285946" y="534823"/>
                  </a:lnTo>
                  <a:lnTo>
                    <a:pt x="265521" y="528140"/>
                  </a:lnTo>
                  <a:lnTo>
                    <a:pt x="245097" y="519493"/>
                  </a:lnTo>
                  <a:lnTo>
                    <a:pt x="224672" y="508841"/>
                  </a:lnTo>
                  <a:lnTo>
                    <a:pt x="204247" y="496168"/>
                  </a:lnTo>
                  <a:lnTo>
                    <a:pt x="183822" y="481490"/>
                  </a:lnTo>
                  <a:lnTo>
                    <a:pt x="163398" y="464883"/>
                  </a:lnTo>
                  <a:lnTo>
                    <a:pt x="142973" y="446517"/>
                  </a:lnTo>
                  <a:lnTo>
                    <a:pt x="122548" y="426826"/>
                  </a:lnTo>
                  <a:lnTo>
                    <a:pt x="102123" y="407100"/>
                  </a:lnTo>
                  <a:lnTo>
                    <a:pt x="81699" y="388317"/>
                  </a:lnTo>
                  <a:lnTo>
                    <a:pt x="61274" y="371879"/>
                  </a:lnTo>
                  <a:lnTo>
                    <a:pt x="40849" y="359853"/>
                  </a:lnTo>
                  <a:lnTo>
                    <a:pt x="20424" y="354569"/>
                  </a:lnTo>
                  <a:lnTo>
                    <a:pt x="0" y="35734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57" name="pl456"/>
            <p:cNvSpPr/>
            <p:nvPr/>
          </p:nvSpPr>
          <p:spPr>
            <a:xfrm>
              <a:off x="3297520" y="2604839"/>
              <a:ext cx="1613556" cy="923626"/>
            </a:xfrm>
            <a:custGeom>
              <a:avLst/>
              <a:pathLst>
                <a:path w="1613556" h="923626">
                  <a:moveTo>
                    <a:pt x="0" y="899527"/>
                  </a:moveTo>
                  <a:lnTo>
                    <a:pt x="20424" y="905377"/>
                  </a:lnTo>
                  <a:lnTo>
                    <a:pt x="40849" y="910433"/>
                  </a:lnTo>
                  <a:lnTo>
                    <a:pt x="61274" y="914642"/>
                  </a:lnTo>
                  <a:lnTo>
                    <a:pt x="81699" y="918030"/>
                  </a:lnTo>
                  <a:lnTo>
                    <a:pt x="102123" y="920639"/>
                  </a:lnTo>
                  <a:lnTo>
                    <a:pt x="122548" y="922513"/>
                  </a:lnTo>
                  <a:lnTo>
                    <a:pt x="142973" y="923621"/>
                  </a:lnTo>
                  <a:lnTo>
                    <a:pt x="163398" y="923626"/>
                  </a:lnTo>
                  <a:lnTo>
                    <a:pt x="183822" y="922510"/>
                  </a:lnTo>
                  <a:lnTo>
                    <a:pt x="204247" y="920304"/>
                  </a:lnTo>
                  <a:lnTo>
                    <a:pt x="224672" y="917041"/>
                  </a:lnTo>
                  <a:lnTo>
                    <a:pt x="245097" y="912753"/>
                  </a:lnTo>
                  <a:lnTo>
                    <a:pt x="265521" y="907474"/>
                  </a:lnTo>
                  <a:lnTo>
                    <a:pt x="285946" y="901236"/>
                  </a:lnTo>
                  <a:lnTo>
                    <a:pt x="306371" y="894072"/>
                  </a:lnTo>
                  <a:lnTo>
                    <a:pt x="326796" y="886013"/>
                  </a:lnTo>
                  <a:lnTo>
                    <a:pt x="347220" y="877094"/>
                  </a:lnTo>
                  <a:lnTo>
                    <a:pt x="367645" y="867346"/>
                  </a:lnTo>
                  <a:lnTo>
                    <a:pt x="388070" y="856802"/>
                  </a:lnTo>
                  <a:lnTo>
                    <a:pt x="408495" y="845495"/>
                  </a:lnTo>
                  <a:lnTo>
                    <a:pt x="428920" y="833457"/>
                  </a:lnTo>
                  <a:lnTo>
                    <a:pt x="449344" y="820721"/>
                  </a:lnTo>
                  <a:lnTo>
                    <a:pt x="469769" y="807319"/>
                  </a:lnTo>
                  <a:lnTo>
                    <a:pt x="490194" y="793285"/>
                  </a:lnTo>
                  <a:lnTo>
                    <a:pt x="510619" y="778651"/>
                  </a:lnTo>
                  <a:lnTo>
                    <a:pt x="531043" y="763449"/>
                  </a:lnTo>
                  <a:lnTo>
                    <a:pt x="551468" y="747713"/>
                  </a:lnTo>
                  <a:lnTo>
                    <a:pt x="571893" y="731474"/>
                  </a:lnTo>
                  <a:lnTo>
                    <a:pt x="592318" y="714765"/>
                  </a:lnTo>
                  <a:lnTo>
                    <a:pt x="612742" y="697620"/>
                  </a:lnTo>
                  <a:lnTo>
                    <a:pt x="633167" y="680070"/>
                  </a:lnTo>
                  <a:lnTo>
                    <a:pt x="653592" y="662148"/>
                  </a:lnTo>
                  <a:lnTo>
                    <a:pt x="674017" y="643887"/>
                  </a:lnTo>
                  <a:lnTo>
                    <a:pt x="694441" y="625320"/>
                  </a:lnTo>
                  <a:lnTo>
                    <a:pt x="714866" y="606479"/>
                  </a:lnTo>
                  <a:lnTo>
                    <a:pt x="735291" y="587397"/>
                  </a:lnTo>
                  <a:lnTo>
                    <a:pt x="755716" y="568106"/>
                  </a:lnTo>
                  <a:lnTo>
                    <a:pt x="776140" y="548639"/>
                  </a:lnTo>
                  <a:lnTo>
                    <a:pt x="796565" y="529029"/>
                  </a:lnTo>
                  <a:lnTo>
                    <a:pt x="816990" y="509308"/>
                  </a:lnTo>
                  <a:lnTo>
                    <a:pt x="837415" y="489509"/>
                  </a:lnTo>
                  <a:lnTo>
                    <a:pt x="857840" y="469664"/>
                  </a:lnTo>
                  <a:lnTo>
                    <a:pt x="878264" y="449807"/>
                  </a:lnTo>
                  <a:lnTo>
                    <a:pt x="898689" y="429969"/>
                  </a:lnTo>
                  <a:lnTo>
                    <a:pt x="919114" y="410184"/>
                  </a:lnTo>
                  <a:lnTo>
                    <a:pt x="939539" y="390484"/>
                  </a:lnTo>
                  <a:lnTo>
                    <a:pt x="959963" y="370902"/>
                  </a:lnTo>
                  <a:lnTo>
                    <a:pt x="980388" y="351470"/>
                  </a:lnTo>
                  <a:lnTo>
                    <a:pt x="1000813" y="332221"/>
                  </a:lnTo>
                  <a:lnTo>
                    <a:pt x="1021238" y="313188"/>
                  </a:lnTo>
                  <a:lnTo>
                    <a:pt x="1041662" y="294402"/>
                  </a:lnTo>
                  <a:lnTo>
                    <a:pt x="1062087" y="275898"/>
                  </a:lnTo>
                  <a:lnTo>
                    <a:pt x="1082512" y="257707"/>
                  </a:lnTo>
                  <a:lnTo>
                    <a:pt x="1102937" y="239862"/>
                  </a:lnTo>
                  <a:lnTo>
                    <a:pt x="1123361" y="222396"/>
                  </a:lnTo>
                  <a:lnTo>
                    <a:pt x="1143786" y="205341"/>
                  </a:lnTo>
                  <a:lnTo>
                    <a:pt x="1164211" y="188731"/>
                  </a:lnTo>
                  <a:lnTo>
                    <a:pt x="1184636" y="172596"/>
                  </a:lnTo>
                  <a:lnTo>
                    <a:pt x="1205060" y="156971"/>
                  </a:lnTo>
                  <a:lnTo>
                    <a:pt x="1225485" y="141888"/>
                  </a:lnTo>
                  <a:lnTo>
                    <a:pt x="1245910" y="127380"/>
                  </a:lnTo>
                  <a:lnTo>
                    <a:pt x="1266335" y="113478"/>
                  </a:lnTo>
                  <a:lnTo>
                    <a:pt x="1286760" y="100217"/>
                  </a:lnTo>
                  <a:lnTo>
                    <a:pt x="1307184" y="87627"/>
                  </a:lnTo>
                  <a:lnTo>
                    <a:pt x="1327609" y="75743"/>
                  </a:lnTo>
                  <a:lnTo>
                    <a:pt x="1348034" y="64596"/>
                  </a:lnTo>
                  <a:lnTo>
                    <a:pt x="1368459" y="54220"/>
                  </a:lnTo>
                  <a:lnTo>
                    <a:pt x="1388883" y="44647"/>
                  </a:lnTo>
                  <a:lnTo>
                    <a:pt x="1409308" y="35909"/>
                  </a:lnTo>
                  <a:lnTo>
                    <a:pt x="1429733" y="28039"/>
                  </a:lnTo>
                  <a:lnTo>
                    <a:pt x="1450158" y="21070"/>
                  </a:lnTo>
                  <a:lnTo>
                    <a:pt x="1470582" y="15034"/>
                  </a:lnTo>
                  <a:lnTo>
                    <a:pt x="1491007" y="9965"/>
                  </a:lnTo>
                  <a:lnTo>
                    <a:pt x="1511432" y="5894"/>
                  </a:lnTo>
                  <a:lnTo>
                    <a:pt x="1531857" y="2854"/>
                  </a:lnTo>
                  <a:lnTo>
                    <a:pt x="1552281" y="879"/>
                  </a:lnTo>
                  <a:lnTo>
                    <a:pt x="1572706" y="0"/>
                  </a:lnTo>
                  <a:lnTo>
                    <a:pt x="1593131" y="250"/>
                  </a:lnTo>
                  <a:lnTo>
                    <a:pt x="1613556" y="1662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rc457"/>
            <p:cNvSpPr/>
            <p:nvPr/>
          </p:nvSpPr>
          <p:spPr>
            <a:xfrm>
              <a:off x="3216842" y="1198851"/>
              <a:ext cx="1774911" cy="4802015"/>
            </a:xfrm>
            <a:prstGeom prst="rect">
              <a:avLst/>
            </a:pr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rc458"/>
            <p:cNvSpPr/>
            <p:nvPr/>
          </p:nvSpPr>
          <p:spPr>
            <a:xfrm>
              <a:off x="1372341" y="983989"/>
              <a:ext cx="1774911" cy="21486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0" name="tx459"/>
            <p:cNvSpPr/>
            <p:nvPr/>
          </p:nvSpPr>
          <p:spPr>
            <a:xfrm>
              <a:off x="2129374" y="1048691"/>
              <a:ext cx="260846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ASIR</a:t>
              </a:r>
            </a:p>
          </p:txBody>
        </p:sp>
        <p:sp>
          <p:nvSpPr>
            <p:cNvPr id="461" name="rc460"/>
            <p:cNvSpPr/>
            <p:nvPr/>
          </p:nvSpPr>
          <p:spPr>
            <a:xfrm>
              <a:off x="3216842" y="983989"/>
              <a:ext cx="1774911" cy="21486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2" name="tx461"/>
            <p:cNvSpPr/>
            <p:nvPr/>
          </p:nvSpPr>
          <p:spPr>
            <a:xfrm>
              <a:off x="3949045" y="1048691"/>
              <a:ext cx="310505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ASDR</a:t>
              </a:r>
            </a:p>
          </p:txBody>
        </p:sp>
        <p:sp>
          <p:nvSpPr>
            <p:cNvPr id="463" name="pl462"/>
            <p:cNvSpPr/>
            <p:nvPr/>
          </p:nvSpPr>
          <p:spPr>
            <a:xfrm>
              <a:off x="1447395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l463"/>
            <p:cNvSpPr/>
            <p:nvPr/>
          </p:nvSpPr>
          <p:spPr>
            <a:xfrm>
              <a:off x="1872166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l464"/>
            <p:cNvSpPr/>
            <p:nvPr/>
          </p:nvSpPr>
          <p:spPr>
            <a:xfrm>
              <a:off x="2296937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l465"/>
            <p:cNvSpPr/>
            <p:nvPr/>
          </p:nvSpPr>
          <p:spPr>
            <a:xfrm>
              <a:off x="2721709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l466"/>
            <p:cNvSpPr/>
            <p:nvPr/>
          </p:nvSpPr>
          <p:spPr>
            <a:xfrm>
              <a:off x="3146480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tx467"/>
            <p:cNvSpPr/>
            <p:nvPr/>
          </p:nvSpPr>
          <p:spPr>
            <a:xfrm>
              <a:off x="1416317" y="6061805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69" name="tx468"/>
            <p:cNvSpPr/>
            <p:nvPr/>
          </p:nvSpPr>
          <p:spPr>
            <a:xfrm>
              <a:off x="1810010" y="6061805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470" name="tx469"/>
            <p:cNvSpPr/>
            <p:nvPr/>
          </p:nvSpPr>
          <p:spPr>
            <a:xfrm>
              <a:off x="2234782" y="6061805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471" name="tx470"/>
            <p:cNvSpPr/>
            <p:nvPr/>
          </p:nvSpPr>
          <p:spPr>
            <a:xfrm>
              <a:off x="2659553" y="6061805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472" name="tx471"/>
            <p:cNvSpPr/>
            <p:nvPr/>
          </p:nvSpPr>
          <p:spPr>
            <a:xfrm>
              <a:off x="3084324" y="6061805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80</a:t>
              </a:r>
            </a:p>
          </p:txBody>
        </p:sp>
        <p:sp>
          <p:nvSpPr>
            <p:cNvPr id="473" name="pl472"/>
            <p:cNvSpPr/>
            <p:nvPr/>
          </p:nvSpPr>
          <p:spPr>
            <a:xfrm>
              <a:off x="3297517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l473"/>
            <p:cNvSpPr/>
            <p:nvPr/>
          </p:nvSpPr>
          <p:spPr>
            <a:xfrm>
              <a:off x="3905956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l474"/>
            <p:cNvSpPr/>
            <p:nvPr/>
          </p:nvSpPr>
          <p:spPr>
            <a:xfrm>
              <a:off x="4514394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tx475"/>
            <p:cNvSpPr/>
            <p:nvPr/>
          </p:nvSpPr>
          <p:spPr>
            <a:xfrm>
              <a:off x="3266439" y="6061805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77" name="tx476"/>
            <p:cNvSpPr/>
            <p:nvPr/>
          </p:nvSpPr>
          <p:spPr>
            <a:xfrm>
              <a:off x="3874878" y="6063223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478" name="tx477"/>
            <p:cNvSpPr/>
            <p:nvPr/>
          </p:nvSpPr>
          <p:spPr>
            <a:xfrm>
              <a:off x="4452239" y="6061805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79" name="tx478"/>
            <p:cNvSpPr/>
            <p:nvPr/>
          </p:nvSpPr>
          <p:spPr>
            <a:xfrm>
              <a:off x="1148183" y="4965791"/>
              <a:ext cx="16152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480" name="tx479"/>
            <p:cNvSpPr/>
            <p:nvPr/>
          </p:nvSpPr>
          <p:spPr>
            <a:xfrm>
              <a:off x="1210339" y="3892860"/>
              <a:ext cx="99372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-5</a:t>
              </a:r>
            </a:p>
          </p:txBody>
        </p:sp>
        <p:sp>
          <p:nvSpPr>
            <p:cNvPr id="481" name="tx480"/>
            <p:cNvSpPr/>
            <p:nvPr/>
          </p:nvSpPr>
          <p:spPr>
            <a:xfrm>
              <a:off x="1247555" y="2817090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82" name="tx481"/>
            <p:cNvSpPr/>
            <p:nvPr/>
          </p:nvSpPr>
          <p:spPr>
            <a:xfrm>
              <a:off x="1247555" y="174415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483" name="pl482"/>
            <p:cNvSpPr/>
            <p:nvPr/>
          </p:nvSpPr>
          <p:spPr>
            <a:xfrm>
              <a:off x="1337547" y="500748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l483"/>
            <p:cNvSpPr/>
            <p:nvPr/>
          </p:nvSpPr>
          <p:spPr>
            <a:xfrm>
              <a:off x="1337547" y="393313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l484"/>
            <p:cNvSpPr/>
            <p:nvPr/>
          </p:nvSpPr>
          <p:spPr>
            <a:xfrm>
              <a:off x="1337547" y="285878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l485"/>
            <p:cNvSpPr/>
            <p:nvPr/>
          </p:nvSpPr>
          <p:spPr>
            <a:xfrm>
              <a:off x="1337547" y="178443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tx486"/>
            <p:cNvSpPr/>
            <p:nvPr/>
          </p:nvSpPr>
          <p:spPr>
            <a:xfrm>
              <a:off x="3038425" y="6198400"/>
              <a:ext cx="287244" cy="1034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ASR</a:t>
              </a:r>
            </a:p>
          </p:txBody>
        </p:sp>
        <p:sp>
          <p:nvSpPr>
            <p:cNvPr id="488" name="tx487"/>
            <p:cNvSpPr/>
            <p:nvPr/>
          </p:nvSpPr>
          <p:spPr>
            <a:xfrm rot="-5400000">
              <a:off x="842072" y="3548153"/>
              <a:ext cx="380423" cy="1034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EAPC</a:t>
              </a:r>
            </a:p>
          </p:txBody>
        </p:sp>
        <p:sp>
          <p:nvSpPr>
            <p:cNvPr id="489" name="rc488"/>
            <p:cNvSpPr/>
            <p:nvPr/>
          </p:nvSpPr>
          <p:spPr>
            <a:xfrm>
              <a:off x="5130932" y="2966272"/>
              <a:ext cx="1200278" cy="12671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0" name="tx489"/>
            <p:cNvSpPr/>
            <p:nvPr/>
          </p:nvSpPr>
          <p:spPr>
            <a:xfrm>
              <a:off x="5200521" y="3047151"/>
              <a:ext cx="893111" cy="1034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Cases in 2021</a:t>
              </a:r>
            </a:p>
          </p:txBody>
        </p:sp>
        <p:sp>
          <p:nvSpPr>
            <p:cNvPr id="491" name="rc490"/>
            <p:cNvSpPr/>
            <p:nvPr/>
          </p:nvSpPr>
          <p:spPr>
            <a:xfrm>
              <a:off x="5200521" y="3234850"/>
              <a:ext cx="270637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2" name="pt491"/>
            <p:cNvSpPr/>
            <p:nvPr/>
          </p:nvSpPr>
          <p:spPr>
            <a:xfrm>
              <a:off x="5316117" y="3324856"/>
              <a:ext cx="39444" cy="3944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l492"/>
            <p:cNvSpPr/>
            <p:nvPr/>
          </p:nvSpPr>
          <p:spPr>
            <a:xfrm>
              <a:off x="5227585" y="3344578"/>
              <a:ext cx="216510" cy="0"/>
            </a:xfrm>
            <a:custGeom>
              <a:avLst/>
              <a:pathLst>
                <a:path w="216510" h="0">
                  <a:moveTo>
                    <a:pt x="0" y="0"/>
                  </a:moveTo>
                  <a:lnTo>
                    <a:pt x="216510" y="0"/>
                  </a:lnTo>
                </a:path>
              </a:pathLst>
            </a:custGeom>
            <a:ln w="3044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rc493"/>
            <p:cNvSpPr/>
            <p:nvPr/>
          </p:nvSpPr>
          <p:spPr>
            <a:xfrm>
              <a:off x="5200521" y="3454306"/>
              <a:ext cx="270637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5" name="pt494"/>
            <p:cNvSpPr/>
            <p:nvPr/>
          </p:nvSpPr>
          <p:spPr>
            <a:xfrm>
              <a:off x="5312502" y="3540697"/>
              <a:ext cx="46675" cy="4667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l495"/>
            <p:cNvSpPr/>
            <p:nvPr/>
          </p:nvSpPr>
          <p:spPr>
            <a:xfrm>
              <a:off x="5227585" y="3564034"/>
              <a:ext cx="216510" cy="0"/>
            </a:xfrm>
            <a:custGeom>
              <a:avLst/>
              <a:pathLst>
                <a:path w="216510" h="0">
                  <a:moveTo>
                    <a:pt x="0" y="0"/>
                  </a:moveTo>
                  <a:lnTo>
                    <a:pt x="216510" y="0"/>
                  </a:lnTo>
                </a:path>
              </a:pathLst>
            </a:custGeom>
            <a:ln w="376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rc496"/>
            <p:cNvSpPr/>
            <p:nvPr/>
          </p:nvSpPr>
          <p:spPr>
            <a:xfrm>
              <a:off x="5200521" y="3673762"/>
              <a:ext cx="270637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8" name="pt497"/>
            <p:cNvSpPr/>
            <p:nvPr/>
          </p:nvSpPr>
          <p:spPr>
            <a:xfrm>
              <a:off x="5301070" y="3748721"/>
              <a:ext cx="69538" cy="6953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l498"/>
            <p:cNvSpPr/>
            <p:nvPr/>
          </p:nvSpPr>
          <p:spPr>
            <a:xfrm>
              <a:off x="5227585" y="3783490"/>
              <a:ext cx="216510" cy="0"/>
            </a:xfrm>
            <a:custGeom>
              <a:avLst/>
              <a:pathLst>
                <a:path w="216510" h="0">
                  <a:moveTo>
                    <a:pt x="0" y="0"/>
                  </a:moveTo>
                  <a:lnTo>
                    <a:pt x="216510" y="0"/>
                  </a:lnTo>
                </a:path>
              </a:pathLst>
            </a:custGeom>
            <a:ln w="60538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rc499"/>
            <p:cNvSpPr/>
            <p:nvPr/>
          </p:nvSpPr>
          <p:spPr>
            <a:xfrm>
              <a:off x="5200521" y="3893218"/>
              <a:ext cx="270637" cy="27063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1" name="pt500"/>
            <p:cNvSpPr/>
            <p:nvPr/>
          </p:nvSpPr>
          <p:spPr>
            <a:xfrm>
              <a:off x="5280405" y="3973102"/>
              <a:ext cx="110869" cy="11086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l501"/>
            <p:cNvSpPr/>
            <p:nvPr/>
          </p:nvSpPr>
          <p:spPr>
            <a:xfrm>
              <a:off x="5227585" y="4028537"/>
              <a:ext cx="216510" cy="0"/>
            </a:xfrm>
            <a:custGeom>
              <a:avLst/>
              <a:pathLst>
                <a:path w="216510" h="0">
                  <a:moveTo>
                    <a:pt x="0" y="0"/>
                  </a:moveTo>
                  <a:lnTo>
                    <a:pt x="216510" y="0"/>
                  </a:lnTo>
                </a:path>
              </a:pathLst>
            </a:custGeom>
            <a:ln w="101869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tx502"/>
            <p:cNvSpPr/>
            <p:nvPr/>
          </p:nvSpPr>
          <p:spPr>
            <a:xfrm>
              <a:off x="5540748" y="3302886"/>
              <a:ext cx="251732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&lt;500</a:t>
              </a:r>
            </a:p>
          </p:txBody>
        </p:sp>
        <p:sp>
          <p:nvSpPr>
            <p:cNvPr id="504" name="tx503"/>
            <p:cNvSpPr/>
            <p:nvPr/>
          </p:nvSpPr>
          <p:spPr>
            <a:xfrm>
              <a:off x="5540748" y="3507881"/>
              <a:ext cx="503356" cy="96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500-1,000</a:t>
              </a:r>
            </a:p>
          </p:txBody>
        </p:sp>
        <p:sp>
          <p:nvSpPr>
            <p:cNvPr id="505" name="tx504"/>
            <p:cNvSpPr/>
            <p:nvPr/>
          </p:nvSpPr>
          <p:spPr>
            <a:xfrm>
              <a:off x="5540748" y="3727337"/>
              <a:ext cx="720873" cy="96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10,000-50,000</a:t>
              </a:r>
            </a:p>
          </p:txBody>
        </p:sp>
        <p:sp>
          <p:nvSpPr>
            <p:cNvPr id="506" name="tx505"/>
            <p:cNvSpPr/>
            <p:nvPr/>
          </p:nvSpPr>
          <p:spPr>
            <a:xfrm>
              <a:off x="5540748" y="3972384"/>
              <a:ext cx="407094" cy="96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&gt;50,000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2025-03-25T23:17:36Z</dcterms:modified>
  <cp:category/>
</cp:coreProperties>
</file>