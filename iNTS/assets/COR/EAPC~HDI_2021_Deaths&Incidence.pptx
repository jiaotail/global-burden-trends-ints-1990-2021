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72341" y="1198851"/>
              <a:ext cx="1786493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72341" y="5538904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72341" y="4438574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72341" y="3338243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72341" y="2237913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85048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34219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899343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372341" y="4988739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72341" y="3888409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72341" y="2788078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72341" y="1687747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50647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06362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620769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560048" y="2766219"/>
              <a:ext cx="37869" cy="378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990629" y="2933658"/>
              <a:ext cx="90270" cy="902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655488" y="2747061"/>
              <a:ext cx="36420" cy="364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2529375" y="3006103"/>
              <a:ext cx="37930" cy="379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14677" y="2739413"/>
              <a:ext cx="42334" cy="423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935375" y="2902820"/>
              <a:ext cx="39366" cy="393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428153" y="2771954"/>
              <a:ext cx="39801" cy="398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835332" y="2637495"/>
              <a:ext cx="38878" cy="388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610708" y="2786811"/>
              <a:ext cx="36837" cy="368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603878" y="2768570"/>
              <a:ext cx="39353" cy="39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985169" y="2928082"/>
              <a:ext cx="40063" cy="400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317989" y="2830857"/>
              <a:ext cx="37270" cy="372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748029" y="2486761"/>
              <a:ext cx="85181" cy="851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258990" y="3296427"/>
              <a:ext cx="38267" cy="382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534885" y="2766451"/>
              <a:ext cx="38053" cy="380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263817" y="3360321"/>
              <a:ext cx="45327" cy="453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669214" y="2769967"/>
              <a:ext cx="36826" cy="368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590167" y="2955370"/>
              <a:ext cx="38919" cy="389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570896" y="2738965"/>
              <a:ext cx="121872" cy="1218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534166" y="4045397"/>
              <a:ext cx="50474" cy="504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182879" y="3453905"/>
              <a:ext cx="40060" cy="400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027764" y="3145292"/>
              <a:ext cx="49430" cy="494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956971" y="2911278"/>
              <a:ext cx="107443" cy="1074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972751" y="2850935"/>
              <a:ext cx="42613" cy="426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436727" y="2981194"/>
              <a:ext cx="67064" cy="670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441790" y="3055039"/>
              <a:ext cx="90368" cy="903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754661" y="2729333"/>
              <a:ext cx="44219" cy="442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464579" y="2898023"/>
              <a:ext cx="44948" cy="449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029708" y="3199091"/>
              <a:ext cx="56685" cy="566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612647" y="2724214"/>
              <a:ext cx="38529" cy="385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806676" y="2572794"/>
              <a:ext cx="123887" cy="1238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788292" y="2961107"/>
              <a:ext cx="38243" cy="382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438353" y="2712032"/>
              <a:ext cx="41687" cy="416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883445" y="2758100"/>
              <a:ext cx="37367" cy="373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010466" y="3322279"/>
              <a:ext cx="39614" cy="396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799036" y="3227984"/>
              <a:ext cx="38882" cy="388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478210" y="2760700"/>
              <a:ext cx="39974" cy="399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448658" y="2774728"/>
              <a:ext cx="43362" cy="433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236387" y="2767861"/>
              <a:ext cx="38901" cy="389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169583" y="3870062"/>
              <a:ext cx="49937" cy="499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852818" y="2840080"/>
              <a:ext cx="37335" cy="373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365001" y="2907538"/>
              <a:ext cx="37961" cy="379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994258" y="2729282"/>
              <a:ext cx="38599" cy="385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730470" y="3594109"/>
              <a:ext cx="53440" cy="534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626304" y="2824143"/>
              <a:ext cx="39073" cy="390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020043" y="2783243"/>
              <a:ext cx="87157" cy="871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569116" y="2774314"/>
              <a:ext cx="36448" cy="364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2126941" y="2719832"/>
              <a:ext cx="40505" cy="405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638489" y="2197973"/>
              <a:ext cx="109259" cy="1092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709607" y="3394261"/>
              <a:ext cx="50595" cy="505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2381904" y="2688543"/>
              <a:ext cx="37583" cy="375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906936" y="2746918"/>
              <a:ext cx="40368" cy="403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2099514" y="2767666"/>
              <a:ext cx="39645" cy="396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2728923" y="2916531"/>
              <a:ext cx="39980" cy="399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039761" y="2760175"/>
              <a:ext cx="36737" cy="367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069747" y="2903316"/>
              <a:ext cx="171607" cy="171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316420" y="2821960"/>
              <a:ext cx="90551" cy="905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224041" y="2797795"/>
              <a:ext cx="52450" cy="524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3008209" y="2916585"/>
              <a:ext cx="38555" cy="385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871526" y="2598563"/>
              <a:ext cx="50063" cy="500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2334146" y="2622269"/>
              <a:ext cx="38384" cy="383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928805" y="2652112"/>
              <a:ext cx="52505" cy="525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601489" y="2554618"/>
              <a:ext cx="44132" cy="441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990471" y="3307501"/>
              <a:ext cx="124015" cy="1240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120327" y="2721468"/>
              <a:ext cx="37019" cy="370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2082273" y="3096107"/>
              <a:ext cx="46268" cy="462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2783071" y="2750785"/>
              <a:ext cx="37542" cy="375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1822621" y="2977976"/>
              <a:ext cx="47426" cy="474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706665" y="2803310"/>
              <a:ext cx="67623" cy="676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2810777" y="2728245"/>
              <a:ext cx="37845" cy="378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718769" y="3046116"/>
              <a:ext cx="43414" cy="434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760124" y="4228939"/>
              <a:ext cx="99991" cy="999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2590622" y="2874008"/>
              <a:ext cx="49151" cy="491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470540" y="3111131"/>
              <a:ext cx="38598" cy="385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457564" y="2464954"/>
              <a:ext cx="142393" cy="1423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2914370" y="2767435"/>
              <a:ext cx="36804" cy="368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404659" y="2960098"/>
              <a:ext cx="36646" cy="366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573747" y="2830780"/>
              <a:ext cx="38329" cy="383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406636" y="2756450"/>
              <a:ext cx="38262" cy="382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713721" y="2766901"/>
              <a:ext cx="36954" cy="369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282539" y="3003785"/>
              <a:ext cx="52455" cy="524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628091" y="4015675"/>
              <a:ext cx="85484" cy="854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2084558" y="3389718"/>
              <a:ext cx="47272" cy="472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304531" y="2855128"/>
              <a:ext cx="36329" cy="363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993126" y="2990082"/>
              <a:ext cx="40864" cy="408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2979746" y="2676723"/>
              <a:ext cx="39766" cy="397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2225214" y="2766607"/>
              <a:ext cx="38961" cy="389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411111" y="2223132"/>
              <a:ext cx="129440" cy="1294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2501638" y="2766701"/>
              <a:ext cx="37689" cy="376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3057544" y="2696709"/>
              <a:ext cx="40171" cy="401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608171" y="2777945"/>
              <a:ext cx="36340" cy="363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2637584" y="2738038"/>
              <a:ext cx="38798" cy="387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405642" y="2789546"/>
              <a:ext cx="40250" cy="402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472255" y="2779439"/>
              <a:ext cx="46312" cy="463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2282536" y="2973250"/>
              <a:ext cx="74747" cy="747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809799" y="2764527"/>
              <a:ext cx="45373" cy="453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670076" y="2743389"/>
              <a:ext cx="40673" cy="406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2644892" y="2946715"/>
              <a:ext cx="52040" cy="520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870684" y="3616656"/>
              <a:ext cx="46015" cy="460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2691734" y="2755005"/>
              <a:ext cx="36357" cy="363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2371263" y="2729402"/>
              <a:ext cx="36579" cy="365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2750266" y="2756417"/>
              <a:ext cx="36295" cy="362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2782656" y="2994493"/>
              <a:ext cx="49515" cy="495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783300" y="3667074"/>
              <a:ext cx="70353" cy="70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612257" y="2765907"/>
              <a:ext cx="39310" cy="393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2588362" y="2784435"/>
              <a:ext cx="36956" cy="369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619245" y="2736594"/>
              <a:ext cx="86461" cy="864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2997036" y="2948199"/>
              <a:ext cx="38615" cy="386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2925115" y="2732030"/>
              <a:ext cx="37599" cy="375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1944253" y="2870507"/>
              <a:ext cx="38165" cy="381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358158" y="3280050"/>
              <a:ext cx="85076" cy="850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1429310" y="3209012"/>
              <a:ext cx="48470" cy="484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2888711" y="2953620"/>
              <a:ext cx="43550" cy="435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798439" y="2614630"/>
              <a:ext cx="62361" cy="623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293061" y="2758320"/>
              <a:ext cx="36982" cy="369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3015479" y="2626012"/>
              <a:ext cx="40729" cy="407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1924194" y="2692960"/>
              <a:ext cx="44854" cy="448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2258184" y="2772262"/>
              <a:ext cx="39878" cy="398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2581375" y="3072383"/>
              <a:ext cx="62075" cy="620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2429642" y="2877418"/>
              <a:ext cx="36822" cy="368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2613003" y="2581683"/>
              <a:ext cx="37819" cy="378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2400754" y="2696624"/>
              <a:ext cx="44456" cy="444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2705872" y="2811063"/>
              <a:ext cx="58224" cy="582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2434250" y="2773321"/>
              <a:ext cx="38749" cy="387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2193094" y="2937902"/>
              <a:ext cx="36343" cy="36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882007" y="4622510"/>
              <a:ext cx="56798" cy="567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2472920" y="2764689"/>
              <a:ext cx="44983" cy="449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2964503" y="2709945"/>
              <a:ext cx="42394" cy="423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2379420" y="2854585"/>
              <a:ext cx="42551" cy="425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083749" y="2766744"/>
              <a:ext cx="37745" cy="377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546853" y="2993447"/>
              <a:ext cx="58528" cy="585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1941187" y="3515874"/>
              <a:ext cx="49868" cy="498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886324" y="2652025"/>
              <a:ext cx="70451" cy="704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1453545" y="2678414"/>
              <a:ext cx="1624084" cy="594897"/>
            </a:xfrm>
            <a:custGeom>
              <a:avLst/>
              <a:pathLst>
                <a:path w="1624084" h="594897">
                  <a:moveTo>
                    <a:pt x="0" y="137828"/>
                  </a:moveTo>
                  <a:lnTo>
                    <a:pt x="20558" y="159409"/>
                  </a:lnTo>
                  <a:lnTo>
                    <a:pt x="41116" y="179938"/>
                  </a:lnTo>
                  <a:lnTo>
                    <a:pt x="61674" y="199392"/>
                  </a:lnTo>
                  <a:lnTo>
                    <a:pt x="82232" y="217745"/>
                  </a:lnTo>
                  <a:lnTo>
                    <a:pt x="102790" y="234972"/>
                  </a:lnTo>
                  <a:lnTo>
                    <a:pt x="123348" y="251046"/>
                  </a:lnTo>
                  <a:lnTo>
                    <a:pt x="143906" y="265940"/>
                  </a:lnTo>
                  <a:lnTo>
                    <a:pt x="164464" y="279629"/>
                  </a:lnTo>
                  <a:lnTo>
                    <a:pt x="185022" y="292090"/>
                  </a:lnTo>
                  <a:lnTo>
                    <a:pt x="205580" y="303302"/>
                  </a:lnTo>
                  <a:lnTo>
                    <a:pt x="226138" y="313248"/>
                  </a:lnTo>
                  <a:lnTo>
                    <a:pt x="246696" y="321919"/>
                  </a:lnTo>
                  <a:lnTo>
                    <a:pt x="267254" y="329315"/>
                  </a:lnTo>
                  <a:lnTo>
                    <a:pt x="287812" y="335444"/>
                  </a:lnTo>
                  <a:lnTo>
                    <a:pt x="308370" y="340325"/>
                  </a:lnTo>
                  <a:lnTo>
                    <a:pt x="328928" y="343992"/>
                  </a:lnTo>
                  <a:lnTo>
                    <a:pt x="349486" y="346484"/>
                  </a:lnTo>
                  <a:lnTo>
                    <a:pt x="370044" y="347823"/>
                  </a:lnTo>
                  <a:lnTo>
                    <a:pt x="390602" y="347988"/>
                  </a:lnTo>
                  <a:lnTo>
                    <a:pt x="411160" y="347090"/>
                  </a:lnTo>
                  <a:lnTo>
                    <a:pt x="431718" y="345243"/>
                  </a:lnTo>
                  <a:lnTo>
                    <a:pt x="452276" y="342554"/>
                  </a:lnTo>
                  <a:lnTo>
                    <a:pt x="472834" y="339126"/>
                  </a:lnTo>
                  <a:lnTo>
                    <a:pt x="493392" y="335056"/>
                  </a:lnTo>
                  <a:lnTo>
                    <a:pt x="513950" y="330436"/>
                  </a:lnTo>
                  <a:lnTo>
                    <a:pt x="534508" y="325355"/>
                  </a:lnTo>
                  <a:lnTo>
                    <a:pt x="555066" y="319900"/>
                  </a:lnTo>
                  <a:lnTo>
                    <a:pt x="575624" y="314152"/>
                  </a:lnTo>
                  <a:lnTo>
                    <a:pt x="596183" y="308193"/>
                  </a:lnTo>
                  <a:lnTo>
                    <a:pt x="616741" y="301824"/>
                  </a:lnTo>
                  <a:lnTo>
                    <a:pt x="637299" y="294032"/>
                  </a:lnTo>
                  <a:lnTo>
                    <a:pt x="657857" y="284888"/>
                  </a:lnTo>
                  <a:lnTo>
                    <a:pt x="678415" y="274576"/>
                  </a:lnTo>
                  <a:lnTo>
                    <a:pt x="698973" y="263289"/>
                  </a:lnTo>
                  <a:lnTo>
                    <a:pt x="719531" y="251253"/>
                  </a:lnTo>
                  <a:lnTo>
                    <a:pt x="740089" y="238737"/>
                  </a:lnTo>
                  <a:lnTo>
                    <a:pt x="760647" y="226072"/>
                  </a:lnTo>
                  <a:lnTo>
                    <a:pt x="781205" y="213646"/>
                  </a:lnTo>
                  <a:lnTo>
                    <a:pt x="801763" y="201897"/>
                  </a:lnTo>
                  <a:lnTo>
                    <a:pt x="822321" y="191302"/>
                  </a:lnTo>
                  <a:lnTo>
                    <a:pt x="842879" y="182134"/>
                  </a:lnTo>
                  <a:lnTo>
                    <a:pt x="863437" y="173242"/>
                  </a:lnTo>
                  <a:lnTo>
                    <a:pt x="883995" y="164233"/>
                  </a:lnTo>
                  <a:lnTo>
                    <a:pt x="904553" y="155013"/>
                  </a:lnTo>
                  <a:lnTo>
                    <a:pt x="925111" y="145714"/>
                  </a:lnTo>
                  <a:lnTo>
                    <a:pt x="945669" y="136762"/>
                  </a:lnTo>
                  <a:lnTo>
                    <a:pt x="966227" y="128823"/>
                  </a:lnTo>
                  <a:lnTo>
                    <a:pt x="986785" y="122130"/>
                  </a:lnTo>
                  <a:lnTo>
                    <a:pt x="1007343" y="115686"/>
                  </a:lnTo>
                  <a:lnTo>
                    <a:pt x="1027901" y="109462"/>
                  </a:lnTo>
                  <a:lnTo>
                    <a:pt x="1048459" y="103510"/>
                  </a:lnTo>
                  <a:lnTo>
                    <a:pt x="1069017" y="97889"/>
                  </a:lnTo>
                  <a:lnTo>
                    <a:pt x="1089575" y="92672"/>
                  </a:lnTo>
                  <a:lnTo>
                    <a:pt x="1110133" y="87936"/>
                  </a:lnTo>
                  <a:lnTo>
                    <a:pt x="1130691" y="83767"/>
                  </a:lnTo>
                  <a:lnTo>
                    <a:pt x="1151249" y="80244"/>
                  </a:lnTo>
                  <a:lnTo>
                    <a:pt x="1171808" y="77100"/>
                  </a:lnTo>
                  <a:lnTo>
                    <a:pt x="1192366" y="73975"/>
                  </a:lnTo>
                  <a:lnTo>
                    <a:pt x="1212924" y="71052"/>
                  </a:lnTo>
                  <a:lnTo>
                    <a:pt x="1233482" y="68509"/>
                  </a:lnTo>
                  <a:lnTo>
                    <a:pt x="1254040" y="66318"/>
                  </a:lnTo>
                  <a:lnTo>
                    <a:pt x="1274598" y="64152"/>
                  </a:lnTo>
                  <a:lnTo>
                    <a:pt x="1295156" y="61944"/>
                  </a:lnTo>
                  <a:lnTo>
                    <a:pt x="1315714" y="59638"/>
                  </a:lnTo>
                  <a:lnTo>
                    <a:pt x="1336272" y="57181"/>
                  </a:lnTo>
                  <a:lnTo>
                    <a:pt x="1356830" y="54532"/>
                  </a:lnTo>
                  <a:lnTo>
                    <a:pt x="1377388" y="51656"/>
                  </a:lnTo>
                  <a:lnTo>
                    <a:pt x="1397946" y="48535"/>
                  </a:lnTo>
                  <a:lnTo>
                    <a:pt x="1418504" y="45157"/>
                  </a:lnTo>
                  <a:lnTo>
                    <a:pt x="1439062" y="41523"/>
                  </a:lnTo>
                  <a:lnTo>
                    <a:pt x="1459620" y="37643"/>
                  </a:lnTo>
                  <a:lnTo>
                    <a:pt x="1480178" y="33531"/>
                  </a:lnTo>
                  <a:lnTo>
                    <a:pt x="1500736" y="29252"/>
                  </a:lnTo>
                  <a:lnTo>
                    <a:pt x="1521294" y="24831"/>
                  </a:lnTo>
                  <a:lnTo>
                    <a:pt x="1541852" y="20241"/>
                  </a:lnTo>
                  <a:lnTo>
                    <a:pt x="1562410" y="15467"/>
                  </a:lnTo>
                  <a:lnTo>
                    <a:pt x="1582968" y="10502"/>
                  </a:lnTo>
                  <a:lnTo>
                    <a:pt x="1603526" y="5345"/>
                  </a:lnTo>
                  <a:lnTo>
                    <a:pt x="1624084" y="0"/>
                  </a:lnTo>
                  <a:lnTo>
                    <a:pt x="1624084" y="338267"/>
                  </a:lnTo>
                  <a:lnTo>
                    <a:pt x="1603526" y="322627"/>
                  </a:lnTo>
                  <a:lnTo>
                    <a:pt x="1582968" y="307830"/>
                  </a:lnTo>
                  <a:lnTo>
                    <a:pt x="1562410" y="293958"/>
                  </a:lnTo>
                  <a:lnTo>
                    <a:pt x="1541852" y="281089"/>
                  </a:lnTo>
                  <a:lnTo>
                    <a:pt x="1521294" y="269295"/>
                  </a:lnTo>
                  <a:lnTo>
                    <a:pt x="1500736" y="258640"/>
                  </a:lnTo>
                  <a:lnTo>
                    <a:pt x="1480178" y="249177"/>
                  </a:lnTo>
                  <a:lnTo>
                    <a:pt x="1459620" y="240880"/>
                  </a:lnTo>
                  <a:lnTo>
                    <a:pt x="1439062" y="233682"/>
                  </a:lnTo>
                  <a:lnTo>
                    <a:pt x="1418504" y="227583"/>
                  </a:lnTo>
                  <a:lnTo>
                    <a:pt x="1397946" y="222577"/>
                  </a:lnTo>
                  <a:lnTo>
                    <a:pt x="1377388" y="218651"/>
                  </a:lnTo>
                  <a:lnTo>
                    <a:pt x="1356830" y="215779"/>
                  </a:lnTo>
                  <a:lnTo>
                    <a:pt x="1336272" y="213927"/>
                  </a:lnTo>
                  <a:lnTo>
                    <a:pt x="1315714" y="213047"/>
                  </a:lnTo>
                  <a:lnTo>
                    <a:pt x="1295156" y="213082"/>
                  </a:lnTo>
                  <a:lnTo>
                    <a:pt x="1274598" y="213966"/>
                  </a:lnTo>
                  <a:lnTo>
                    <a:pt x="1254040" y="215627"/>
                  </a:lnTo>
                  <a:lnTo>
                    <a:pt x="1233482" y="217994"/>
                  </a:lnTo>
                  <a:lnTo>
                    <a:pt x="1212924" y="221115"/>
                  </a:lnTo>
                  <a:lnTo>
                    <a:pt x="1192366" y="224906"/>
                  </a:lnTo>
                  <a:lnTo>
                    <a:pt x="1171808" y="229201"/>
                  </a:lnTo>
                  <a:lnTo>
                    <a:pt x="1151249" y="233840"/>
                  </a:lnTo>
                  <a:lnTo>
                    <a:pt x="1130691" y="238922"/>
                  </a:lnTo>
                  <a:lnTo>
                    <a:pt x="1110133" y="244530"/>
                  </a:lnTo>
                  <a:lnTo>
                    <a:pt x="1089575" y="250604"/>
                  </a:lnTo>
                  <a:lnTo>
                    <a:pt x="1069017" y="257087"/>
                  </a:lnTo>
                  <a:lnTo>
                    <a:pt x="1048459" y="263916"/>
                  </a:lnTo>
                  <a:lnTo>
                    <a:pt x="1027901" y="271022"/>
                  </a:lnTo>
                  <a:lnTo>
                    <a:pt x="1007343" y="278322"/>
                  </a:lnTo>
                  <a:lnTo>
                    <a:pt x="986785" y="285727"/>
                  </a:lnTo>
                  <a:lnTo>
                    <a:pt x="966227" y="293215"/>
                  </a:lnTo>
                  <a:lnTo>
                    <a:pt x="945669" y="301894"/>
                  </a:lnTo>
                  <a:lnTo>
                    <a:pt x="925111" y="312051"/>
                  </a:lnTo>
                  <a:lnTo>
                    <a:pt x="904553" y="323466"/>
                  </a:lnTo>
                  <a:lnTo>
                    <a:pt x="883995" y="335686"/>
                  </a:lnTo>
                  <a:lnTo>
                    <a:pt x="863437" y="347959"/>
                  </a:lnTo>
                  <a:lnTo>
                    <a:pt x="842879" y="359308"/>
                  </a:lnTo>
                  <a:lnTo>
                    <a:pt x="822321" y="369192"/>
                  </a:lnTo>
                  <a:lnTo>
                    <a:pt x="801763" y="379782"/>
                  </a:lnTo>
                  <a:lnTo>
                    <a:pt x="781205" y="391320"/>
                  </a:lnTo>
                  <a:lnTo>
                    <a:pt x="760647" y="403616"/>
                  </a:lnTo>
                  <a:lnTo>
                    <a:pt x="740089" y="416441"/>
                  </a:lnTo>
                  <a:lnTo>
                    <a:pt x="719531" y="429519"/>
                  </a:lnTo>
                  <a:lnTo>
                    <a:pt x="698973" y="442511"/>
                  </a:lnTo>
                  <a:lnTo>
                    <a:pt x="678415" y="455022"/>
                  </a:lnTo>
                  <a:lnTo>
                    <a:pt x="657857" y="466611"/>
                  </a:lnTo>
                  <a:lnTo>
                    <a:pt x="637299" y="476803"/>
                  </a:lnTo>
                  <a:lnTo>
                    <a:pt x="616741" y="485118"/>
                  </a:lnTo>
                  <a:lnTo>
                    <a:pt x="596183" y="491299"/>
                  </a:lnTo>
                  <a:lnTo>
                    <a:pt x="575624" y="496919"/>
                  </a:lnTo>
                  <a:lnTo>
                    <a:pt x="555066" y="502369"/>
                  </a:lnTo>
                  <a:lnTo>
                    <a:pt x="534508" y="507614"/>
                  </a:lnTo>
                  <a:lnTo>
                    <a:pt x="513950" y="512622"/>
                  </a:lnTo>
                  <a:lnTo>
                    <a:pt x="493392" y="517365"/>
                  </a:lnTo>
                  <a:lnTo>
                    <a:pt x="472834" y="521817"/>
                  </a:lnTo>
                  <a:lnTo>
                    <a:pt x="452276" y="525957"/>
                  </a:lnTo>
                  <a:lnTo>
                    <a:pt x="431718" y="529766"/>
                  </a:lnTo>
                  <a:lnTo>
                    <a:pt x="411160" y="533232"/>
                  </a:lnTo>
                  <a:lnTo>
                    <a:pt x="390602" y="536349"/>
                  </a:lnTo>
                  <a:lnTo>
                    <a:pt x="370044" y="539116"/>
                  </a:lnTo>
                  <a:lnTo>
                    <a:pt x="349486" y="541553"/>
                  </a:lnTo>
                  <a:lnTo>
                    <a:pt x="328928" y="543859"/>
                  </a:lnTo>
                  <a:lnTo>
                    <a:pt x="308370" y="546145"/>
                  </a:lnTo>
                  <a:lnTo>
                    <a:pt x="287812" y="548470"/>
                  </a:lnTo>
                  <a:lnTo>
                    <a:pt x="267254" y="550878"/>
                  </a:lnTo>
                  <a:lnTo>
                    <a:pt x="246696" y="553405"/>
                  </a:lnTo>
                  <a:lnTo>
                    <a:pt x="226138" y="556074"/>
                  </a:lnTo>
                  <a:lnTo>
                    <a:pt x="205580" y="558899"/>
                  </a:lnTo>
                  <a:lnTo>
                    <a:pt x="185022" y="561886"/>
                  </a:lnTo>
                  <a:lnTo>
                    <a:pt x="164464" y="565033"/>
                  </a:lnTo>
                  <a:lnTo>
                    <a:pt x="143906" y="568335"/>
                  </a:lnTo>
                  <a:lnTo>
                    <a:pt x="123348" y="571782"/>
                  </a:lnTo>
                  <a:lnTo>
                    <a:pt x="102790" y="575363"/>
                  </a:lnTo>
                  <a:lnTo>
                    <a:pt x="82232" y="579068"/>
                  </a:lnTo>
                  <a:lnTo>
                    <a:pt x="61674" y="582885"/>
                  </a:lnTo>
                  <a:lnTo>
                    <a:pt x="41116" y="586802"/>
                  </a:lnTo>
                  <a:lnTo>
                    <a:pt x="20558" y="590809"/>
                  </a:lnTo>
                  <a:lnTo>
                    <a:pt x="0" y="59489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53545" y="2678414"/>
              <a:ext cx="1624084" cy="347988"/>
            </a:xfrm>
            <a:custGeom>
              <a:avLst/>
              <a:pathLst>
                <a:path w="1624084" h="347988">
                  <a:moveTo>
                    <a:pt x="0" y="137828"/>
                  </a:moveTo>
                  <a:lnTo>
                    <a:pt x="20558" y="159409"/>
                  </a:lnTo>
                  <a:lnTo>
                    <a:pt x="41116" y="179938"/>
                  </a:lnTo>
                  <a:lnTo>
                    <a:pt x="61674" y="199392"/>
                  </a:lnTo>
                  <a:lnTo>
                    <a:pt x="82232" y="217745"/>
                  </a:lnTo>
                  <a:lnTo>
                    <a:pt x="102790" y="234972"/>
                  </a:lnTo>
                  <a:lnTo>
                    <a:pt x="123348" y="251046"/>
                  </a:lnTo>
                  <a:lnTo>
                    <a:pt x="143906" y="265940"/>
                  </a:lnTo>
                  <a:lnTo>
                    <a:pt x="164464" y="279629"/>
                  </a:lnTo>
                  <a:lnTo>
                    <a:pt x="185022" y="292090"/>
                  </a:lnTo>
                  <a:lnTo>
                    <a:pt x="205580" y="303302"/>
                  </a:lnTo>
                  <a:lnTo>
                    <a:pt x="226138" y="313248"/>
                  </a:lnTo>
                  <a:lnTo>
                    <a:pt x="246696" y="321919"/>
                  </a:lnTo>
                  <a:lnTo>
                    <a:pt x="267254" y="329315"/>
                  </a:lnTo>
                  <a:lnTo>
                    <a:pt x="287812" y="335444"/>
                  </a:lnTo>
                  <a:lnTo>
                    <a:pt x="308370" y="340325"/>
                  </a:lnTo>
                  <a:lnTo>
                    <a:pt x="328928" y="343992"/>
                  </a:lnTo>
                  <a:lnTo>
                    <a:pt x="349486" y="346484"/>
                  </a:lnTo>
                  <a:lnTo>
                    <a:pt x="370044" y="347823"/>
                  </a:lnTo>
                  <a:lnTo>
                    <a:pt x="390602" y="347988"/>
                  </a:lnTo>
                  <a:lnTo>
                    <a:pt x="411160" y="347090"/>
                  </a:lnTo>
                  <a:lnTo>
                    <a:pt x="431718" y="345243"/>
                  </a:lnTo>
                  <a:lnTo>
                    <a:pt x="452276" y="342554"/>
                  </a:lnTo>
                  <a:lnTo>
                    <a:pt x="472834" y="339126"/>
                  </a:lnTo>
                  <a:lnTo>
                    <a:pt x="493392" y="335056"/>
                  </a:lnTo>
                  <a:lnTo>
                    <a:pt x="513950" y="330436"/>
                  </a:lnTo>
                  <a:lnTo>
                    <a:pt x="534508" y="325355"/>
                  </a:lnTo>
                  <a:lnTo>
                    <a:pt x="555066" y="319900"/>
                  </a:lnTo>
                  <a:lnTo>
                    <a:pt x="575624" y="314152"/>
                  </a:lnTo>
                  <a:lnTo>
                    <a:pt x="596183" y="308193"/>
                  </a:lnTo>
                  <a:lnTo>
                    <a:pt x="616741" y="301824"/>
                  </a:lnTo>
                  <a:lnTo>
                    <a:pt x="637299" y="294032"/>
                  </a:lnTo>
                  <a:lnTo>
                    <a:pt x="657857" y="284888"/>
                  </a:lnTo>
                  <a:lnTo>
                    <a:pt x="678415" y="274576"/>
                  </a:lnTo>
                  <a:lnTo>
                    <a:pt x="698973" y="263289"/>
                  </a:lnTo>
                  <a:lnTo>
                    <a:pt x="719531" y="251253"/>
                  </a:lnTo>
                  <a:lnTo>
                    <a:pt x="740089" y="238737"/>
                  </a:lnTo>
                  <a:lnTo>
                    <a:pt x="760647" y="226072"/>
                  </a:lnTo>
                  <a:lnTo>
                    <a:pt x="781205" y="213646"/>
                  </a:lnTo>
                  <a:lnTo>
                    <a:pt x="801763" y="201897"/>
                  </a:lnTo>
                  <a:lnTo>
                    <a:pt x="822321" y="191302"/>
                  </a:lnTo>
                  <a:lnTo>
                    <a:pt x="842879" y="182134"/>
                  </a:lnTo>
                  <a:lnTo>
                    <a:pt x="863437" y="173242"/>
                  </a:lnTo>
                  <a:lnTo>
                    <a:pt x="883995" y="164233"/>
                  </a:lnTo>
                  <a:lnTo>
                    <a:pt x="904553" y="155013"/>
                  </a:lnTo>
                  <a:lnTo>
                    <a:pt x="925111" y="145714"/>
                  </a:lnTo>
                  <a:lnTo>
                    <a:pt x="945669" y="136762"/>
                  </a:lnTo>
                  <a:lnTo>
                    <a:pt x="966227" y="128823"/>
                  </a:lnTo>
                  <a:lnTo>
                    <a:pt x="986785" y="122130"/>
                  </a:lnTo>
                  <a:lnTo>
                    <a:pt x="1007343" y="115686"/>
                  </a:lnTo>
                  <a:lnTo>
                    <a:pt x="1027901" y="109462"/>
                  </a:lnTo>
                  <a:lnTo>
                    <a:pt x="1048459" y="103510"/>
                  </a:lnTo>
                  <a:lnTo>
                    <a:pt x="1069017" y="97889"/>
                  </a:lnTo>
                  <a:lnTo>
                    <a:pt x="1089575" y="92672"/>
                  </a:lnTo>
                  <a:lnTo>
                    <a:pt x="1110133" y="87936"/>
                  </a:lnTo>
                  <a:lnTo>
                    <a:pt x="1130691" y="83767"/>
                  </a:lnTo>
                  <a:lnTo>
                    <a:pt x="1151249" y="80244"/>
                  </a:lnTo>
                  <a:lnTo>
                    <a:pt x="1171808" y="77100"/>
                  </a:lnTo>
                  <a:lnTo>
                    <a:pt x="1192366" y="73975"/>
                  </a:lnTo>
                  <a:lnTo>
                    <a:pt x="1212924" y="71052"/>
                  </a:lnTo>
                  <a:lnTo>
                    <a:pt x="1233482" y="68509"/>
                  </a:lnTo>
                  <a:lnTo>
                    <a:pt x="1254040" y="66318"/>
                  </a:lnTo>
                  <a:lnTo>
                    <a:pt x="1274598" y="64152"/>
                  </a:lnTo>
                  <a:lnTo>
                    <a:pt x="1295156" y="61944"/>
                  </a:lnTo>
                  <a:lnTo>
                    <a:pt x="1315714" y="59638"/>
                  </a:lnTo>
                  <a:lnTo>
                    <a:pt x="1336272" y="57181"/>
                  </a:lnTo>
                  <a:lnTo>
                    <a:pt x="1356830" y="54532"/>
                  </a:lnTo>
                  <a:lnTo>
                    <a:pt x="1377388" y="51656"/>
                  </a:lnTo>
                  <a:lnTo>
                    <a:pt x="1397946" y="48535"/>
                  </a:lnTo>
                  <a:lnTo>
                    <a:pt x="1418504" y="45157"/>
                  </a:lnTo>
                  <a:lnTo>
                    <a:pt x="1439062" y="41523"/>
                  </a:lnTo>
                  <a:lnTo>
                    <a:pt x="1459620" y="37643"/>
                  </a:lnTo>
                  <a:lnTo>
                    <a:pt x="1480178" y="33531"/>
                  </a:lnTo>
                  <a:lnTo>
                    <a:pt x="1500736" y="29252"/>
                  </a:lnTo>
                  <a:lnTo>
                    <a:pt x="1521294" y="24831"/>
                  </a:lnTo>
                  <a:lnTo>
                    <a:pt x="1541852" y="20241"/>
                  </a:lnTo>
                  <a:lnTo>
                    <a:pt x="1562410" y="15467"/>
                  </a:lnTo>
                  <a:lnTo>
                    <a:pt x="1582968" y="10502"/>
                  </a:lnTo>
                  <a:lnTo>
                    <a:pt x="1603526" y="5345"/>
                  </a:lnTo>
                  <a:lnTo>
                    <a:pt x="16240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53545" y="2891461"/>
              <a:ext cx="1624084" cy="381849"/>
            </a:xfrm>
            <a:custGeom>
              <a:avLst/>
              <a:pathLst>
                <a:path w="1624084" h="381849">
                  <a:moveTo>
                    <a:pt x="1624084" y="125219"/>
                  </a:moveTo>
                  <a:lnTo>
                    <a:pt x="1603526" y="109579"/>
                  </a:lnTo>
                  <a:lnTo>
                    <a:pt x="1582968" y="94782"/>
                  </a:lnTo>
                  <a:lnTo>
                    <a:pt x="1562410" y="80910"/>
                  </a:lnTo>
                  <a:lnTo>
                    <a:pt x="1541852" y="68041"/>
                  </a:lnTo>
                  <a:lnTo>
                    <a:pt x="1521294" y="56247"/>
                  </a:lnTo>
                  <a:lnTo>
                    <a:pt x="1500736" y="45592"/>
                  </a:lnTo>
                  <a:lnTo>
                    <a:pt x="1480178" y="36129"/>
                  </a:lnTo>
                  <a:lnTo>
                    <a:pt x="1459620" y="27832"/>
                  </a:lnTo>
                  <a:lnTo>
                    <a:pt x="1439062" y="20634"/>
                  </a:lnTo>
                  <a:lnTo>
                    <a:pt x="1418504" y="14536"/>
                  </a:lnTo>
                  <a:lnTo>
                    <a:pt x="1397946" y="9530"/>
                  </a:lnTo>
                  <a:lnTo>
                    <a:pt x="1377388" y="5603"/>
                  </a:lnTo>
                  <a:lnTo>
                    <a:pt x="1356830" y="2731"/>
                  </a:lnTo>
                  <a:lnTo>
                    <a:pt x="1336272" y="879"/>
                  </a:lnTo>
                  <a:lnTo>
                    <a:pt x="1315714" y="0"/>
                  </a:lnTo>
                  <a:lnTo>
                    <a:pt x="1295156" y="35"/>
                  </a:lnTo>
                  <a:lnTo>
                    <a:pt x="1274598" y="919"/>
                  </a:lnTo>
                  <a:lnTo>
                    <a:pt x="1254040" y="2579"/>
                  </a:lnTo>
                  <a:lnTo>
                    <a:pt x="1233482" y="4947"/>
                  </a:lnTo>
                  <a:lnTo>
                    <a:pt x="1212924" y="8068"/>
                  </a:lnTo>
                  <a:lnTo>
                    <a:pt x="1192366" y="11858"/>
                  </a:lnTo>
                  <a:lnTo>
                    <a:pt x="1171808" y="16153"/>
                  </a:lnTo>
                  <a:lnTo>
                    <a:pt x="1151249" y="20792"/>
                  </a:lnTo>
                  <a:lnTo>
                    <a:pt x="1130691" y="25874"/>
                  </a:lnTo>
                  <a:lnTo>
                    <a:pt x="1110133" y="31482"/>
                  </a:lnTo>
                  <a:lnTo>
                    <a:pt x="1089575" y="37556"/>
                  </a:lnTo>
                  <a:lnTo>
                    <a:pt x="1069017" y="44039"/>
                  </a:lnTo>
                  <a:lnTo>
                    <a:pt x="1048459" y="50869"/>
                  </a:lnTo>
                  <a:lnTo>
                    <a:pt x="1027901" y="57974"/>
                  </a:lnTo>
                  <a:lnTo>
                    <a:pt x="1007343" y="65274"/>
                  </a:lnTo>
                  <a:lnTo>
                    <a:pt x="986785" y="72679"/>
                  </a:lnTo>
                  <a:lnTo>
                    <a:pt x="966227" y="80168"/>
                  </a:lnTo>
                  <a:lnTo>
                    <a:pt x="945669" y="88847"/>
                  </a:lnTo>
                  <a:lnTo>
                    <a:pt x="925111" y="99003"/>
                  </a:lnTo>
                  <a:lnTo>
                    <a:pt x="904553" y="110419"/>
                  </a:lnTo>
                  <a:lnTo>
                    <a:pt x="883995" y="122638"/>
                  </a:lnTo>
                  <a:lnTo>
                    <a:pt x="863437" y="134911"/>
                  </a:lnTo>
                  <a:lnTo>
                    <a:pt x="842879" y="146261"/>
                  </a:lnTo>
                  <a:lnTo>
                    <a:pt x="822321" y="156144"/>
                  </a:lnTo>
                  <a:lnTo>
                    <a:pt x="801763" y="166735"/>
                  </a:lnTo>
                  <a:lnTo>
                    <a:pt x="781205" y="178273"/>
                  </a:lnTo>
                  <a:lnTo>
                    <a:pt x="760647" y="190568"/>
                  </a:lnTo>
                  <a:lnTo>
                    <a:pt x="740089" y="203393"/>
                  </a:lnTo>
                  <a:lnTo>
                    <a:pt x="719531" y="216471"/>
                  </a:lnTo>
                  <a:lnTo>
                    <a:pt x="698973" y="229463"/>
                  </a:lnTo>
                  <a:lnTo>
                    <a:pt x="678415" y="241975"/>
                  </a:lnTo>
                  <a:lnTo>
                    <a:pt x="657857" y="253563"/>
                  </a:lnTo>
                  <a:lnTo>
                    <a:pt x="637299" y="263755"/>
                  </a:lnTo>
                  <a:lnTo>
                    <a:pt x="616741" y="272070"/>
                  </a:lnTo>
                  <a:lnTo>
                    <a:pt x="596183" y="278251"/>
                  </a:lnTo>
                  <a:lnTo>
                    <a:pt x="575624" y="283871"/>
                  </a:lnTo>
                  <a:lnTo>
                    <a:pt x="555066" y="289321"/>
                  </a:lnTo>
                  <a:lnTo>
                    <a:pt x="534508" y="294566"/>
                  </a:lnTo>
                  <a:lnTo>
                    <a:pt x="513950" y="299574"/>
                  </a:lnTo>
                  <a:lnTo>
                    <a:pt x="493392" y="304318"/>
                  </a:lnTo>
                  <a:lnTo>
                    <a:pt x="472834" y="308770"/>
                  </a:lnTo>
                  <a:lnTo>
                    <a:pt x="452276" y="312909"/>
                  </a:lnTo>
                  <a:lnTo>
                    <a:pt x="431718" y="316718"/>
                  </a:lnTo>
                  <a:lnTo>
                    <a:pt x="411160" y="320184"/>
                  </a:lnTo>
                  <a:lnTo>
                    <a:pt x="390602" y="323301"/>
                  </a:lnTo>
                  <a:lnTo>
                    <a:pt x="370044" y="326068"/>
                  </a:lnTo>
                  <a:lnTo>
                    <a:pt x="349486" y="328505"/>
                  </a:lnTo>
                  <a:lnTo>
                    <a:pt x="328928" y="330811"/>
                  </a:lnTo>
                  <a:lnTo>
                    <a:pt x="308370" y="333098"/>
                  </a:lnTo>
                  <a:lnTo>
                    <a:pt x="287812" y="335422"/>
                  </a:lnTo>
                  <a:lnTo>
                    <a:pt x="267254" y="337830"/>
                  </a:lnTo>
                  <a:lnTo>
                    <a:pt x="246696" y="340357"/>
                  </a:lnTo>
                  <a:lnTo>
                    <a:pt x="226138" y="343026"/>
                  </a:lnTo>
                  <a:lnTo>
                    <a:pt x="205580" y="345852"/>
                  </a:lnTo>
                  <a:lnTo>
                    <a:pt x="185022" y="348838"/>
                  </a:lnTo>
                  <a:lnTo>
                    <a:pt x="164464" y="351985"/>
                  </a:lnTo>
                  <a:lnTo>
                    <a:pt x="143906" y="355287"/>
                  </a:lnTo>
                  <a:lnTo>
                    <a:pt x="123348" y="358734"/>
                  </a:lnTo>
                  <a:lnTo>
                    <a:pt x="102790" y="362316"/>
                  </a:lnTo>
                  <a:lnTo>
                    <a:pt x="82232" y="366021"/>
                  </a:lnTo>
                  <a:lnTo>
                    <a:pt x="61674" y="369837"/>
                  </a:lnTo>
                  <a:lnTo>
                    <a:pt x="41116" y="373754"/>
                  </a:lnTo>
                  <a:lnTo>
                    <a:pt x="20558" y="377761"/>
                  </a:lnTo>
                  <a:lnTo>
                    <a:pt x="0" y="3818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453545" y="2813568"/>
              <a:ext cx="1624084" cy="308865"/>
            </a:xfrm>
            <a:custGeom>
              <a:avLst/>
              <a:pathLst>
                <a:path w="1624084" h="308865">
                  <a:moveTo>
                    <a:pt x="0" y="231208"/>
                  </a:moveTo>
                  <a:lnTo>
                    <a:pt x="20558" y="239955"/>
                  </a:lnTo>
                  <a:lnTo>
                    <a:pt x="41116" y="248216"/>
                  </a:lnTo>
                  <a:lnTo>
                    <a:pt x="61674" y="255984"/>
                  </a:lnTo>
                  <a:lnTo>
                    <a:pt x="82232" y="263253"/>
                  </a:lnTo>
                  <a:lnTo>
                    <a:pt x="102790" y="270014"/>
                  </a:lnTo>
                  <a:lnTo>
                    <a:pt x="123348" y="276260"/>
                  </a:lnTo>
                  <a:lnTo>
                    <a:pt x="143906" y="281983"/>
                  </a:lnTo>
                  <a:lnTo>
                    <a:pt x="164464" y="287177"/>
                  </a:lnTo>
                  <a:lnTo>
                    <a:pt x="185022" y="291834"/>
                  </a:lnTo>
                  <a:lnTo>
                    <a:pt x="205580" y="295946"/>
                  </a:lnTo>
                  <a:lnTo>
                    <a:pt x="226138" y="299507"/>
                  </a:lnTo>
                  <a:lnTo>
                    <a:pt x="246696" y="302508"/>
                  </a:lnTo>
                  <a:lnTo>
                    <a:pt x="267254" y="304942"/>
                  </a:lnTo>
                  <a:lnTo>
                    <a:pt x="287812" y="306803"/>
                  </a:lnTo>
                  <a:lnTo>
                    <a:pt x="308370" y="308081"/>
                  </a:lnTo>
                  <a:lnTo>
                    <a:pt x="328928" y="308771"/>
                  </a:lnTo>
                  <a:lnTo>
                    <a:pt x="349486" y="308865"/>
                  </a:lnTo>
                  <a:lnTo>
                    <a:pt x="370044" y="308315"/>
                  </a:lnTo>
                  <a:lnTo>
                    <a:pt x="390602" y="307015"/>
                  </a:lnTo>
                  <a:lnTo>
                    <a:pt x="411160" y="305007"/>
                  </a:lnTo>
                  <a:lnTo>
                    <a:pt x="431718" y="302350"/>
                  </a:lnTo>
                  <a:lnTo>
                    <a:pt x="452276" y="299101"/>
                  </a:lnTo>
                  <a:lnTo>
                    <a:pt x="472834" y="295318"/>
                  </a:lnTo>
                  <a:lnTo>
                    <a:pt x="493392" y="291056"/>
                  </a:lnTo>
                  <a:lnTo>
                    <a:pt x="513950" y="286375"/>
                  </a:lnTo>
                  <a:lnTo>
                    <a:pt x="534508" y="281330"/>
                  </a:lnTo>
                  <a:lnTo>
                    <a:pt x="555066" y="275980"/>
                  </a:lnTo>
                  <a:lnTo>
                    <a:pt x="575624" y="270382"/>
                  </a:lnTo>
                  <a:lnTo>
                    <a:pt x="596183" y="264592"/>
                  </a:lnTo>
                  <a:lnTo>
                    <a:pt x="616741" y="258317"/>
                  </a:lnTo>
                  <a:lnTo>
                    <a:pt x="637299" y="250264"/>
                  </a:lnTo>
                  <a:lnTo>
                    <a:pt x="657857" y="240595"/>
                  </a:lnTo>
                  <a:lnTo>
                    <a:pt x="678415" y="229645"/>
                  </a:lnTo>
                  <a:lnTo>
                    <a:pt x="698973" y="217746"/>
                  </a:lnTo>
                  <a:lnTo>
                    <a:pt x="719531" y="205232"/>
                  </a:lnTo>
                  <a:lnTo>
                    <a:pt x="740089" y="192435"/>
                  </a:lnTo>
                  <a:lnTo>
                    <a:pt x="760647" y="179690"/>
                  </a:lnTo>
                  <a:lnTo>
                    <a:pt x="781205" y="167329"/>
                  </a:lnTo>
                  <a:lnTo>
                    <a:pt x="801763" y="155685"/>
                  </a:lnTo>
                  <a:lnTo>
                    <a:pt x="822321" y="145093"/>
                  </a:lnTo>
                  <a:lnTo>
                    <a:pt x="842879" y="135567"/>
                  </a:lnTo>
                  <a:lnTo>
                    <a:pt x="863437" y="125446"/>
                  </a:lnTo>
                  <a:lnTo>
                    <a:pt x="883995" y="114805"/>
                  </a:lnTo>
                  <a:lnTo>
                    <a:pt x="904553" y="104086"/>
                  </a:lnTo>
                  <a:lnTo>
                    <a:pt x="925111" y="93728"/>
                  </a:lnTo>
                  <a:lnTo>
                    <a:pt x="945669" y="84174"/>
                  </a:lnTo>
                  <a:lnTo>
                    <a:pt x="966227" y="75865"/>
                  </a:lnTo>
                  <a:lnTo>
                    <a:pt x="986785" y="68775"/>
                  </a:lnTo>
                  <a:lnTo>
                    <a:pt x="1007343" y="61850"/>
                  </a:lnTo>
                  <a:lnTo>
                    <a:pt x="1027901" y="55088"/>
                  </a:lnTo>
                  <a:lnTo>
                    <a:pt x="1048459" y="48559"/>
                  </a:lnTo>
                  <a:lnTo>
                    <a:pt x="1069017" y="42334"/>
                  </a:lnTo>
                  <a:lnTo>
                    <a:pt x="1089575" y="36484"/>
                  </a:lnTo>
                  <a:lnTo>
                    <a:pt x="1110133" y="31079"/>
                  </a:lnTo>
                  <a:lnTo>
                    <a:pt x="1130691" y="26190"/>
                  </a:lnTo>
                  <a:lnTo>
                    <a:pt x="1151249" y="21888"/>
                  </a:lnTo>
                  <a:lnTo>
                    <a:pt x="1171808" y="17996"/>
                  </a:lnTo>
                  <a:lnTo>
                    <a:pt x="1192366" y="14287"/>
                  </a:lnTo>
                  <a:lnTo>
                    <a:pt x="1212924" y="10929"/>
                  </a:lnTo>
                  <a:lnTo>
                    <a:pt x="1233482" y="8098"/>
                  </a:lnTo>
                  <a:lnTo>
                    <a:pt x="1254040" y="5819"/>
                  </a:lnTo>
                  <a:lnTo>
                    <a:pt x="1274598" y="3905"/>
                  </a:lnTo>
                  <a:lnTo>
                    <a:pt x="1295156" y="2359"/>
                  </a:lnTo>
                  <a:lnTo>
                    <a:pt x="1315714" y="1188"/>
                  </a:lnTo>
                  <a:lnTo>
                    <a:pt x="1336272" y="400"/>
                  </a:lnTo>
                  <a:lnTo>
                    <a:pt x="1356830" y="1"/>
                  </a:lnTo>
                  <a:lnTo>
                    <a:pt x="1377388" y="0"/>
                  </a:lnTo>
                  <a:lnTo>
                    <a:pt x="1397946" y="402"/>
                  </a:lnTo>
                  <a:lnTo>
                    <a:pt x="1418504" y="1216"/>
                  </a:lnTo>
                  <a:lnTo>
                    <a:pt x="1439062" y="2449"/>
                  </a:lnTo>
                  <a:lnTo>
                    <a:pt x="1459620" y="4107"/>
                  </a:lnTo>
                  <a:lnTo>
                    <a:pt x="1480178" y="6199"/>
                  </a:lnTo>
                  <a:lnTo>
                    <a:pt x="1500736" y="8792"/>
                  </a:lnTo>
                  <a:lnTo>
                    <a:pt x="1521294" y="11909"/>
                  </a:lnTo>
                  <a:lnTo>
                    <a:pt x="1541852" y="15511"/>
                  </a:lnTo>
                  <a:lnTo>
                    <a:pt x="1562410" y="19558"/>
                  </a:lnTo>
                  <a:lnTo>
                    <a:pt x="1582968" y="24012"/>
                  </a:lnTo>
                  <a:lnTo>
                    <a:pt x="1603526" y="28832"/>
                  </a:lnTo>
                  <a:lnTo>
                    <a:pt x="1624084" y="3397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7"/>
            <p:cNvSpPr/>
            <p:nvPr/>
          </p:nvSpPr>
          <p:spPr>
            <a:xfrm>
              <a:off x="1372341" y="1198851"/>
              <a:ext cx="1786493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3228423" y="1198851"/>
              <a:ext cx="1786493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228423" y="5538904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228423" y="4438574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228423" y="3338243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228423" y="2237913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64113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4198278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4755425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3228423" y="4988739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3228423" y="3888409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3228423" y="2788078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228423" y="1687747"/>
              <a:ext cx="1786493" cy="0"/>
            </a:xfrm>
            <a:custGeom>
              <a:avLst/>
              <a:pathLst>
                <a:path w="1786493" h="0">
                  <a:moveTo>
                    <a:pt x="0" y="0"/>
                  </a:moveTo>
                  <a:lnTo>
                    <a:pt x="1786493" y="0"/>
                  </a:lnTo>
                  <a:lnTo>
                    <a:pt x="1786493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3362557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391970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447685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4416763" y="3097599"/>
              <a:ext cx="36604" cy="366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3865603" y="3327636"/>
              <a:ext cx="52487" cy="524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4511726" y="2454980"/>
              <a:ext cx="36109" cy="361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4386215" y="5151137"/>
              <a:ext cx="36414" cy="364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4873293" y="3109526"/>
              <a:ext cx="37267" cy="372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4792779" y="4308754"/>
              <a:ext cx="36721" cy="367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4285622" y="3028537"/>
              <a:ext cx="37027" cy="370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692502" y="3100421"/>
              <a:ext cx="36702" cy="367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4467113" y="1813811"/>
              <a:ext cx="36191" cy="361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4461564" y="3487738"/>
              <a:ext cx="36147" cy="361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4842762" y="4365747"/>
              <a:ext cx="37042" cy="370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4174638" y="2316195"/>
              <a:ext cx="36136" cy="361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3618589" y="2697381"/>
              <a:ext cx="56225" cy="562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4115756" y="3335294"/>
              <a:ext cx="36900" cy="369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4391662" y="3273414"/>
              <a:ext cx="36663" cy="366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4123575" y="3758149"/>
              <a:ext cx="37975" cy="379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525586" y="3109809"/>
              <a:ext cx="36247" cy="362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4447480" y="4161169"/>
              <a:ext cx="36456" cy="364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3451021" y="2652843"/>
              <a:ext cx="73787" cy="737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3394752" y="3882712"/>
              <a:ext cx="41466" cy="414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4040298" y="3686572"/>
              <a:ext cx="37386" cy="373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3888235" y="3350099"/>
              <a:ext cx="40651" cy="406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3837230" y="3213148"/>
              <a:ext cx="59091" cy="590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831482" y="3656153"/>
              <a:ext cx="37316" cy="373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3302846" y="3083346"/>
              <a:ext cx="46992" cy="469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3313420" y="2952622"/>
              <a:ext cx="59272" cy="592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4614706" y="4348618"/>
              <a:ext cx="36292" cy="36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4324870" y="5759826"/>
              <a:ext cx="36532" cy="365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3893361" y="3486739"/>
              <a:ext cx="41544" cy="415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4469915" y="5588922"/>
              <a:ext cx="36158" cy="361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3691193" y="2655259"/>
              <a:ext cx="67018" cy="670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645113" y="3980948"/>
              <a:ext cx="36766" cy="367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4297147" y="2535282"/>
              <a:ext cx="36264" cy="362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4740017" y="3347030"/>
              <a:ext cx="36387" cy="363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4867924" y="4381324"/>
              <a:ext cx="36862" cy="368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3656057" y="3484485"/>
              <a:ext cx="37004" cy="370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4335681" y="3108419"/>
              <a:ext cx="37196" cy="371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4308223" y="2564326"/>
              <a:ext cx="36396" cy="363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4093450" y="3080039"/>
              <a:ext cx="36939" cy="369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4031258" y="4977027"/>
              <a:ext cx="38751" cy="387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4709393" y="2777351"/>
              <a:ext cx="36349" cy="363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4221766" y="3148779"/>
              <a:ext cx="36594" cy="365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4851455" y="4371392"/>
              <a:ext cx="36370" cy="363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3591801" y="3832249"/>
              <a:ext cx="42943" cy="429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4483832" y="2644704"/>
              <a:ext cx="36181" cy="361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3894235" y="3023895"/>
              <a:ext cx="50937" cy="509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4425369" y="2707781"/>
              <a:ext cx="36108" cy="361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3985200" y="5764516"/>
              <a:ext cx="36152" cy="361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3517062" y="2428714"/>
              <a:ext cx="64277" cy="642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3570373" y="3686030"/>
              <a:ext cx="41228" cy="412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4238671" y="2246686"/>
              <a:ext cx="36215" cy="362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3764444" y="2902317"/>
              <a:ext cx="37518" cy="375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3956754" y="2953727"/>
              <a:ext cx="37329" cy="373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4586536" y="4024133"/>
              <a:ext cx="36919" cy="369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4896114" y="4090634"/>
              <a:ext cx="36196" cy="361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3973474" y="3263766"/>
              <a:ext cx="76319" cy="763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4192103" y="3018544"/>
              <a:ext cx="51349" cy="513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4086274" y="3354768"/>
              <a:ext cx="40149" cy="401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4865349" y="4585528"/>
              <a:ext cx="36441" cy="364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4733720" y="4013757"/>
              <a:ext cx="37839" cy="378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4191265" y="1609905"/>
              <a:ext cx="36311" cy="363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4792698" y="4483391"/>
              <a:ext cx="36884" cy="368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4461556" y="3404185"/>
              <a:ext cx="36162" cy="361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878710" y="3411879"/>
              <a:ext cx="59702" cy="597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3976713" y="2793639"/>
              <a:ext cx="36411" cy="364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941832" y="3318996"/>
              <a:ext cx="39316" cy="393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4639818" y="2776063"/>
              <a:ext cx="36212" cy="362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3683112" y="3498134"/>
              <a:ext cx="38610" cy="386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572794" y="3101468"/>
              <a:ext cx="47528" cy="475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4667490" y="1429561"/>
              <a:ext cx="36583" cy="365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3577248" y="3171522"/>
              <a:ext cx="38621" cy="386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3637363" y="4334953"/>
              <a:ext cx="57678" cy="576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4451746" y="3220846"/>
              <a:ext cx="39068" cy="390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4327486" y="3402341"/>
              <a:ext cx="36871" cy="368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345903" y="2630049"/>
              <a:ext cx="77879" cy="778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4770751" y="4376542"/>
              <a:ext cx="36206" cy="362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4260928" y="3145690"/>
              <a:ext cx="36271" cy="362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4430643" y="3296966"/>
              <a:ext cx="36702" cy="367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4263508" y="2977684"/>
              <a:ext cx="36684" cy="366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4570118" y="3071618"/>
              <a:ext cx="36325" cy="363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4144146" y="3244281"/>
              <a:ext cx="41405" cy="414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499200" y="4330799"/>
              <a:ext cx="55431" cy="554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944953" y="3778248"/>
              <a:ext cx="38645" cy="386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4160694" y="3052742"/>
              <a:ext cx="36167" cy="36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4850892" y="4303519"/>
              <a:ext cx="37496" cy="374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4837642" y="5631084"/>
              <a:ext cx="36139" cy="361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4082293" y="3046590"/>
              <a:ext cx="36968" cy="369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293811" y="2264502"/>
              <a:ext cx="76205" cy="762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4358303" y="3110939"/>
              <a:ext cx="36524" cy="365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4915354" y="1398765"/>
              <a:ext cx="36717" cy="3671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4464339" y="2918424"/>
              <a:ext cx="36167" cy="36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4494984" y="5543366"/>
              <a:ext cx="36163" cy="361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4263212" y="2959096"/>
              <a:ext cx="37276" cy="372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4332080" y="3038835"/>
              <a:ext cx="38826" cy="388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4152475" y="3150864"/>
              <a:ext cx="47033" cy="470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4670055" y="4939100"/>
              <a:ext cx="37024" cy="370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4528384" y="4462977"/>
              <a:ext cx="36221" cy="362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4508038" y="3434562"/>
              <a:ext cx="37913" cy="379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729969" y="3806625"/>
              <a:ext cx="39610" cy="396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4547945" y="2750966"/>
              <a:ext cx="36101" cy="361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4227570" y="1871643"/>
              <a:ext cx="36130" cy="361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4606426" y="3023684"/>
              <a:ext cx="36140" cy="361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4644107" y="3654777"/>
              <a:ext cx="38778" cy="387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649730" y="3781053"/>
              <a:ext cx="49659" cy="496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4469499" y="3190518"/>
              <a:ext cx="36991" cy="369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4444776" y="3066368"/>
              <a:ext cx="36292" cy="36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490812" y="2976879"/>
              <a:ext cx="55491" cy="554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4854045" y="4516778"/>
              <a:ext cx="36762" cy="367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4781880" y="4148936"/>
              <a:ext cx="36234" cy="362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801004" y="2948911"/>
              <a:ext cx="36828" cy="368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4233655" y="3718826"/>
              <a:ext cx="46247" cy="462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289303" y="3278305"/>
              <a:ext cx="40648" cy="406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4747862" y="4412802"/>
              <a:ext cx="37411" cy="374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663576" y="3033249"/>
              <a:ext cx="44252" cy="442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4149464" y="3025940"/>
              <a:ext cx="36341" cy="363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4873658" y="2659121"/>
              <a:ext cx="36535" cy="365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783428" y="3116517"/>
              <a:ext cx="38550" cy="385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4115561" y="2899960"/>
              <a:ext cx="37289" cy="372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4446539" y="3401262"/>
              <a:ext cx="43910" cy="439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4285989" y="3041881"/>
              <a:ext cx="36294" cy="362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4469935" y="3388293"/>
              <a:ext cx="36118" cy="361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4259856" y="3140506"/>
              <a:ext cx="38416" cy="384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4570291" y="3376590"/>
              <a:ext cx="41552" cy="415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4291643" y="3565715"/>
              <a:ext cx="36128" cy="361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4049260" y="3142180"/>
              <a:ext cx="36177" cy="361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745020" y="4635216"/>
              <a:ext cx="42937" cy="429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4332171" y="2875097"/>
              <a:ext cx="38644" cy="386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4823237" y="3156216"/>
              <a:ext cx="37093" cy="370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4238615" y="2534279"/>
              <a:ext cx="36326" cy="363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940404" y="2927401"/>
              <a:ext cx="36600" cy="366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410714" y="3267403"/>
              <a:ext cx="42972" cy="429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802128" y="3781459"/>
              <a:ext cx="40151" cy="401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754896" y="2471978"/>
              <a:ext cx="45470" cy="454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3309628" y="2584077"/>
              <a:ext cx="1624084" cy="1872867"/>
            </a:xfrm>
            <a:custGeom>
              <a:avLst/>
              <a:pathLst>
                <a:path w="1624084" h="1872867">
                  <a:moveTo>
                    <a:pt x="0" y="0"/>
                  </a:moveTo>
                  <a:lnTo>
                    <a:pt x="20558" y="43192"/>
                  </a:lnTo>
                  <a:lnTo>
                    <a:pt x="41116" y="84645"/>
                  </a:lnTo>
                  <a:lnTo>
                    <a:pt x="61674" y="124302"/>
                  </a:lnTo>
                  <a:lnTo>
                    <a:pt x="82232" y="162102"/>
                  </a:lnTo>
                  <a:lnTo>
                    <a:pt x="102790" y="197983"/>
                  </a:lnTo>
                  <a:lnTo>
                    <a:pt x="123348" y="231882"/>
                  </a:lnTo>
                  <a:lnTo>
                    <a:pt x="143906" y="263735"/>
                  </a:lnTo>
                  <a:lnTo>
                    <a:pt x="164464" y="293481"/>
                  </a:lnTo>
                  <a:lnTo>
                    <a:pt x="185022" y="321063"/>
                  </a:lnTo>
                  <a:lnTo>
                    <a:pt x="205580" y="346432"/>
                  </a:lnTo>
                  <a:lnTo>
                    <a:pt x="226138" y="369548"/>
                  </a:lnTo>
                  <a:lnTo>
                    <a:pt x="246696" y="390392"/>
                  </a:lnTo>
                  <a:lnTo>
                    <a:pt x="267254" y="408961"/>
                  </a:lnTo>
                  <a:lnTo>
                    <a:pt x="287812" y="425279"/>
                  </a:lnTo>
                  <a:lnTo>
                    <a:pt x="308370" y="439395"/>
                  </a:lnTo>
                  <a:lnTo>
                    <a:pt x="328928" y="451388"/>
                  </a:lnTo>
                  <a:lnTo>
                    <a:pt x="349486" y="461361"/>
                  </a:lnTo>
                  <a:lnTo>
                    <a:pt x="370044" y="469364"/>
                  </a:lnTo>
                  <a:lnTo>
                    <a:pt x="390602" y="475345"/>
                  </a:lnTo>
                  <a:lnTo>
                    <a:pt x="411160" y="479573"/>
                  </a:lnTo>
                  <a:lnTo>
                    <a:pt x="431718" y="482324"/>
                  </a:lnTo>
                  <a:lnTo>
                    <a:pt x="452276" y="483860"/>
                  </a:lnTo>
                  <a:lnTo>
                    <a:pt x="472834" y="484428"/>
                  </a:lnTo>
                  <a:lnTo>
                    <a:pt x="493392" y="484263"/>
                  </a:lnTo>
                  <a:lnTo>
                    <a:pt x="513950" y="483592"/>
                  </a:lnTo>
                  <a:lnTo>
                    <a:pt x="534508" y="482628"/>
                  </a:lnTo>
                  <a:lnTo>
                    <a:pt x="555066" y="481579"/>
                  </a:lnTo>
                  <a:lnTo>
                    <a:pt x="575624" y="480645"/>
                  </a:lnTo>
                  <a:lnTo>
                    <a:pt x="596183" y="480021"/>
                  </a:lnTo>
                  <a:lnTo>
                    <a:pt x="616741" y="479379"/>
                  </a:lnTo>
                  <a:lnTo>
                    <a:pt x="637299" y="476817"/>
                  </a:lnTo>
                  <a:lnTo>
                    <a:pt x="657857" y="472409"/>
                  </a:lnTo>
                  <a:lnTo>
                    <a:pt x="678415" y="466432"/>
                  </a:lnTo>
                  <a:lnTo>
                    <a:pt x="698973" y="459184"/>
                  </a:lnTo>
                  <a:lnTo>
                    <a:pt x="719531" y="451037"/>
                  </a:lnTo>
                  <a:lnTo>
                    <a:pt x="740089" y="442479"/>
                  </a:lnTo>
                  <a:lnTo>
                    <a:pt x="760647" y="434141"/>
                  </a:lnTo>
                  <a:lnTo>
                    <a:pt x="781205" y="426796"/>
                  </a:lnTo>
                  <a:lnTo>
                    <a:pt x="801763" y="421345"/>
                  </a:lnTo>
                  <a:lnTo>
                    <a:pt x="822321" y="418777"/>
                  </a:lnTo>
                  <a:lnTo>
                    <a:pt x="842879" y="419965"/>
                  </a:lnTo>
                  <a:lnTo>
                    <a:pt x="863437" y="424114"/>
                  </a:lnTo>
                  <a:lnTo>
                    <a:pt x="883995" y="429896"/>
                  </a:lnTo>
                  <a:lnTo>
                    <a:pt x="904553" y="436252"/>
                  </a:lnTo>
                  <a:lnTo>
                    <a:pt x="925111" y="442675"/>
                  </a:lnTo>
                  <a:lnTo>
                    <a:pt x="945669" y="449384"/>
                  </a:lnTo>
                  <a:lnTo>
                    <a:pt x="966227" y="457176"/>
                  </a:lnTo>
                  <a:lnTo>
                    <a:pt x="986785" y="466717"/>
                  </a:lnTo>
                  <a:lnTo>
                    <a:pt x="1007343" y="477629"/>
                  </a:lnTo>
                  <a:lnTo>
                    <a:pt x="1027901" y="489795"/>
                  </a:lnTo>
                  <a:lnTo>
                    <a:pt x="1048459" y="503147"/>
                  </a:lnTo>
                  <a:lnTo>
                    <a:pt x="1069017" y="517639"/>
                  </a:lnTo>
                  <a:lnTo>
                    <a:pt x="1089575" y="533251"/>
                  </a:lnTo>
                  <a:lnTo>
                    <a:pt x="1110133" y="549982"/>
                  </a:lnTo>
                  <a:lnTo>
                    <a:pt x="1130691" y="567845"/>
                  </a:lnTo>
                  <a:lnTo>
                    <a:pt x="1151249" y="586844"/>
                  </a:lnTo>
                  <a:lnTo>
                    <a:pt x="1171808" y="606700"/>
                  </a:lnTo>
                  <a:lnTo>
                    <a:pt x="1192366" y="627102"/>
                  </a:lnTo>
                  <a:lnTo>
                    <a:pt x="1212924" y="648177"/>
                  </a:lnTo>
                  <a:lnTo>
                    <a:pt x="1233482" y="670046"/>
                  </a:lnTo>
                  <a:lnTo>
                    <a:pt x="1254040" y="692573"/>
                  </a:lnTo>
                  <a:lnTo>
                    <a:pt x="1274598" y="715288"/>
                  </a:lnTo>
                  <a:lnTo>
                    <a:pt x="1295156" y="738029"/>
                  </a:lnTo>
                  <a:lnTo>
                    <a:pt x="1315714" y="760649"/>
                  </a:lnTo>
                  <a:lnTo>
                    <a:pt x="1336272" y="783013"/>
                  </a:lnTo>
                  <a:lnTo>
                    <a:pt x="1356830" y="805007"/>
                  </a:lnTo>
                  <a:lnTo>
                    <a:pt x="1377388" y="826543"/>
                  </a:lnTo>
                  <a:lnTo>
                    <a:pt x="1397946" y="847562"/>
                  </a:lnTo>
                  <a:lnTo>
                    <a:pt x="1418504" y="868032"/>
                  </a:lnTo>
                  <a:lnTo>
                    <a:pt x="1439062" y="887947"/>
                  </a:lnTo>
                  <a:lnTo>
                    <a:pt x="1459620" y="907320"/>
                  </a:lnTo>
                  <a:lnTo>
                    <a:pt x="1480178" y="926177"/>
                  </a:lnTo>
                  <a:lnTo>
                    <a:pt x="1500736" y="944504"/>
                  </a:lnTo>
                  <a:lnTo>
                    <a:pt x="1521294" y="962275"/>
                  </a:lnTo>
                  <a:lnTo>
                    <a:pt x="1541852" y="979518"/>
                  </a:lnTo>
                  <a:lnTo>
                    <a:pt x="1562410" y="996288"/>
                  </a:lnTo>
                  <a:lnTo>
                    <a:pt x="1582968" y="1012659"/>
                  </a:lnTo>
                  <a:lnTo>
                    <a:pt x="1603526" y="1028719"/>
                  </a:lnTo>
                  <a:lnTo>
                    <a:pt x="1624084" y="1044569"/>
                  </a:lnTo>
                  <a:lnTo>
                    <a:pt x="1624084" y="1872867"/>
                  </a:lnTo>
                  <a:lnTo>
                    <a:pt x="1603526" y="1805631"/>
                  </a:lnTo>
                  <a:lnTo>
                    <a:pt x="1582968" y="1740710"/>
                  </a:lnTo>
                  <a:lnTo>
                    <a:pt x="1562410" y="1678213"/>
                  </a:lnTo>
                  <a:lnTo>
                    <a:pt x="1541852" y="1618242"/>
                  </a:lnTo>
                  <a:lnTo>
                    <a:pt x="1521294" y="1560880"/>
                  </a:lnTo>
                  <a:lnTo>
                    <a:pt x="1500736" y="1506192"/>
                  </a:lnTo>
                  <a:lnTo>
                    <a:pt x="1480178" y="1454218"/>
                  </a:lnTo>
                  <a:lnTo>
                    <a:pt x="1459620" y="1404975"/>
                  </a:lnTo>
                  <a:lnTo>
                    <a:pt x="1439062" y="1358476"/>
                  </a:lnTo>
                  <a:lnTo>
                    <a:pt x="1418504" y="1314730"/>
                  </a:lnTo>
                  <a:lnTo>
                    <a:pt x="1397946" y="1273731"/>
                  </a:lnTo>
                  <a:lnTo>
                    <a:pt x="1377388" y="1235453"/>
                  </a:lnTo>
                  <a:lnTo>
                    <a:pt x="1356830" y="1199845"/>
                  </a:lnTo>
                  <a:lnTo>
                    <a:pt x="1336272" y="1166828"/>
                  </a:lnTo>
                  <a:lnTo>
                    <a:pt x="1315714" y="1136295"/>
                  </a:lnTo>
                  <a:lnTo>
                    <a:pt x="1295156" y="1108114"/>
                  </a:lnTo>
                  <a:lnTo>
                    <a:pt x="1274598" y="1082131"/>
                  </a:lnTo>
                  <a:lnTo>
                    <a:pt x="1254040" y="1058178"/>
                  </a:lnTo>
                  <a:lnTo>
                    <a:pt x="1233482" y="1036082"/>
                  </a:lnTo>
                  <a:lnTo>
                    <a:pt x="1212924" y="1015630"/>
                  </a:lnTo>
                  <a:lnTo>
                    <a:pt x="1192366" y="996677"/>
                  </a:lnTo>
                  <a:lnTo>
                    <a:pt x="1171808" y="979142"/>
                  </a:lnTo>
                  <a:lnTo>
                    <a:pt x="1151249" y="962946"/>
                  </a:lnTo>
                  <a:lnTo>
                    <a:pt x="1130691" y="947765"/>
                  </a:lnTo>
                  <a:lnTo>
                    <a:pt x="1110133" y="933424"/>
                  </a:lnTo>
                  <a:lnTo>
                    <a:pt x="1089575" y="919971"/>
                  </a:lnTo>
                  <a:lnTo>
                    <a:pt x="1069017" y="907458"/>
                  </a:lnTo>
                  <a:lnTo>
                    <a:pt x="1048459" y="895926"/>
                  </a:lnTo>
                  <a:lnTo>
                    <a:pt x="1027901" y="885398"/>
                  </a:lnTo>
                  <a:lnTo>
                    <a:pt x="1007343" y="875867"/>
                  </a:lnTo>
                  <a:lnTo>
                    <a:pt x="986785" y="867308"/>
                  </a:lnTo>
                  <a:lnTo>
                    <a:pt x="966227" y="859715"/>
                  </a:lnTo>
                  <a:lnTo>
                    <a:pt x="945669" y="853733"/>
                  </a:lnTo>
                  <a:lnTo>
                    <a:pt x="925111" y="849975"/>
                  </a:lnTo>
                  <a:lnTo>
                    <a:pt x="904553" y="848735"/>
                  </a:lnTo>
                  <a:lnTo>
                    <a:pt x="883995" y="849724"/>
                  </a:lnTo>
                  <a:lnTo>
                    <a:pt x="863437" y="851935"/>
                  </a:lnTo>
                  <a:lnTo>
                    <a:pt x="842879" y="853804"/>
                  </a:lnTo>
                  <a:lnTo>
                    <a:pt x="822321" y="854367"/>
                  </a:lnTo>
                  <a:lnTo>
                    <a:pt x="801763" y="856924"/>
                  </a:lnTo>
                  <a:lnTo>
                    <a:pt x="781205" y="861859"/>
                  </a:lnTo>
                  <a:lnTo>
                    <a:pt x="760647" y="868881"/>
                  </a:lnTo>
                  <a:lnTo>
                    <a:pt x="740089" y="877613"/>
                  </a:lnTo>
                  <a:lnTo>
                    <a:pt x="719531" y="887547"/>
                  </a:lnTo>
                  <a:lnTo>
                    <a:pt x="698973" y="898034"/>
                  </a:lnTo>
                  <a:lnTo>
                    <a:pt x="678415" y="908282"/>
                  </a:lnTo>
                  <a:lnTo>
                    <a:pt x="657857" y="917385"/>
                  </a:lnTo>
                  <a:lnTo>
                    <a:pt x="637299" y="924358"/>
                  </a:lnTo>
                  <a:lnTo>
                    <a:pt x="616741" y="928201"/>
                  </a:lnTo>
                  <a:lnTo>
                    <a:pt x="596183" y="928383"/>
                  </a:lnTo>
                  <a:lnTo>
                    <a:pt x="575624" y="928177"/>
                  </a:lnTo>
                  <a:lnTo>
                    <a:pt x="555066" y="928381"/>
                  </a:lnTo>
                  <a:lnTo>
                    <a:pt x="534508" y="928914"/>
                  </a:lnTo>
                  <a:lnTo>
                    <a:pt x="513950" y="929702"/>
                  </a:lnTo>
                  <a:lnTo>
                    <a:pt x="493392" y="930675"/>
                  </a:lnTo>
                  <a:lnTo>
                    <a:pt x="472834" y="931774"/>
                  </a:lnTo>
                  <a:lnTo>
                    <a:pt x="452276" y="932948"/>
                  </a:lnTo>
                  <a:lnTo>
                    <a:pt x="431718" y="934155"/>
                  </a:lnTo>
                  <a:lnTo>
                    <a:pt x="411160" y="935368"/>
                  </a:lnTo>
                  <a:lnTo>
                    <a:pt x="390602" y="936574"/>
                  </a:lnTo>
                  <a:lnTo>
                    <a:pt x="370044" y="937773"/>
                  </a:lnTo>
                  <a:lnTo>
                    <a:pt x="349486" y="939016"/>
                  </a:lnTo>
                  <a:lnTo>
                    <a:pt x="328928" y="940792"/>
                  </a:lnTo>
                  <a:lnTo>
                    <a:pt x="308370" y="943375"/>
                  </a:lnTo>
                  <a:lnTo>
                    <a:pt x="287812" y="946905"/>
                  </a:lnTo>
                  <a:lnTo>
                    <a:pt x="267254" y="951491"/>
                  </a:lnTo>
                  <a:lnTo>
                    <a:pt x="246696" y="957219"/>
                  </a:lnTo>
                  <a:lnTo>
                    <a:pt x="226138" y="964144"/>
                  </a:lnTo>
                  <a:lnTo>
                    <a:pt x="205580" y="972300"/>
                  </a:lnTo>
                  <a:lnTo>
                    <a:pt x="185022" y="981698"/>
                  </a:lnTo>
                  <a:lnTo>
                    <a:pt x="164464" y="992334"/>
                  </a:lnTo>
                  <a:lnTo>
                    <a:pt x="143906" y="1004193"/>
                  </a:lnTo>
                  <a:lnTo>
                    <a:pt x="123348" y="1017252"/>
                  </a:lnTo>
                  <a:lnTo>
                    <a:pt x="102790" y="1031482"/>
                  </a:lnTo>
                  <a:lnTo>
                    <a:pt x="82232" y="1046855"/>
                  </a:lnTo>
                  <a:lnTo>
                    <a:pt x="61674" y="1063340"/>
                  </a:lnTo>
                  <a:lnTo>
                    <a:pt x="41116" y="1080910"/>
                  </a:lnTo>
                  <a:lnTo>
                    <a:pt x="20558" y="1099537"/>
                  </a:lnTo>
                  <a:lnTo>
                    <a:pt x="0" y="111919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3309628" y="2584077"/>
              <a:ext cx="1624084" cy="1044569"/>
            </a:xfrm>
            <a:custGeom>
              <a:avLst/>
              <a:pathLst>
                <a:path w="1624084" h="1044569">
                  <a:moveTo>
                    <a:pt x="0" y="0"/>
                  </a:moveTo>
                  <a:lnTo>
                    <a:pt x="20558" y="43192"/>
                  </a:lnTo>
                  <a:lnTo>
                    <a:pt x="41116" y="84645"/>
                  </a:lnTo>
                  <a:lnTo>
                    <a:pt x="61674" y="124302"/>
                  </a:lnTo>
                  <a:lnTo>
                    <a:pt x="82232" y="162102"/>
                  </a:lnTo>
                  <a:lnTo>
                    <a:pt x="102790" y="197983"/>
                  </a:lnTo>
                  <a:lnTo>
                    <a:pt x="123348" y="231882"/>
                  </a:lnTo>
                  <a:lnTo>
                    <a:pt x="143906" y="263735"/>
                  </a:lnTo>
                  <a:lnTo>
                    <a:pt x="164464" y="293481"/>
                  </a:lnTo>
                  <a:lnTo>
                    <a:pt x="185022" y="321063"/>
                  </a:lnTo>
                  <a:lnTo>
                    <a:pt x="205580" y="346432"/>
                  </a:lnTo>
                  <a:lnTo>
                    <a:pt x="226138" y="369548"/>
                  </a:lnTo>
                  <a:lnTo>
                    <a:pt x="246696" y="390392"/>
                  </a:lnTo>
                  <a:lnTo>
                    <a:pt x="267254" y="408961"/>
                  </a:lnTo>
                  <a:lnTo>
                    <a:pt x="287812" y="425279"/>
                  </a:lnTo>
                  <a:lnTo>
                    <a:pt x="308370" y="439395"/>
                  </a:lnTo>
                  <a:lnTo>
                    <a:pt x="328928" y="451388"/>
                  </a:lnTo>
                  <a:lnTo>
                    <a:pt x="349486" y="461361"/>
                  </a:lnTo>
                  <a:lnTo>
                    <a:pt x="370044" y="469364"/>
                  </a:lnTo>
                  <a:lnTo>
                    <a:pt x="390602" y="475345"/>
                  </a:lnTo>
                  <a:lnTo>
                    <a:pt x="411160" y="479573"/>
                  </a:lnTo>
                  <a:lnTo>
                    <a:pt x="431718" y="482324"/>
                  </a:lnTo>
                  <a:lnTo>
                    <a:pt x="452276" y="483860"/>
                  </a:lnTo>
                  <a:lnTo>
                    <a:pt x="472834" y="484428"/>
                  </a:lnTo>
                  <a:lnTo>
                    <a:pt x="493392" y="484263"/>
                  </a:lnTo>
                  <a:lnTo>
                    <a:pt x="513950" y="483592"/>
                  </a:lnTo>
                  <a:lnTo>
                    <a:pt x="534508" y="482628"/>
                  </a:lnTo>
                  <a:lnTo>
                    <a:pt x="555066" y="481579"/>
                  </a:lnTo>
                  <a:lnTo>
                    <a:pt x="575624" y="480645"/>
                  </a:lnTo>
                  <a:lnTo>
                    <a:pt x="596183" y="480021"/>
                  </a:lnTo>
                  <a:lnTo>
                    <a:pt x="616741" y="479379"/>
                  </a:lnTo>
                  <a:lnTo>
                    <a:pt x="637299" y="476817"/>
                  </a:lnTo>
                  <a:lnTo>
                    <a:pt x="657857" y="472409"/>
                  </a:lnTo>
                  <a:lnTo>
                    <a:pt x="678415" y="466432"/>
                  </a:lnTo>
                  <a:lnTo>
                    <a:pt x="698973" y="459184"/>
                  </a:lnTo>
                  <a:lnTo>
                    <a:pt x="719531" y="451037"/>
                  </a:lnTo>
                  <a:lnTo>
                    <a:pt x="740089" y="442479"/>
                  </a:lnTo>
                  <a:lnTo>
                    <a:pt x="760647" y="434141"/>
                  </a:lnTo>
                  <a:lnTo>
                    <a:pt x="781205" y="426796"/>
                  </a:lnTo>
                  <a:lnTo>
                    <a:pt x="801763" y="421345"/>
                  </a:lnTo>
                  <a:lnTo>
                    <a:pt x="822321" y="418777"/>
                  </a:lnTo>
                  <a:lnTo>
                    <a:pt x="842879" y="419965"/>
                  </a:lnTo>
                  <a:lnTo>
                    <a:pt x="863437" y="424114"/>
                  </a:lnTo>
                  <a:lnTo>
                    <a:pt x="883995" y="429896"/>
                  </a:lnTo>
                  <a:lnTo>
                    <a:pt x="904553" y="436252"/>
                  </a:lnTo>
                  <a:lnTo>
                    <a:pt x="925111" y="442675"/>
                  </a:lnTo>
                  <a:lnTo>
                    <a:pt x="945669" y="449384"/>
                  </a:lnTo>
                  <a:lnTo>
                    <a:pt x="966227" y="457176"/>
                  </a:lnTo>
                  <a:lnTo>
                    <a:pt x="986785" y="466717"/>
                  </a:lnTo>
                  <a:lnTo>
                    <a:pt x="1007343" y="477629"/>
                  </a:lnTo>
                  <a:lnTo>
                    <a:pt x="1027901" y="489795"/>
                  </a:lnTo>
                  <a:lnTo>
                    <a:pt x="1048459" y="503147"/>
                  </a:lnTo>
                  <a:lnTo>
                    <a:pt x="1069017" y="517639"/>
                  </a:lnTo>
                  <a:lnTo>
                    <a:pt x="1089575" y="533251"/>
                  </a:lnTo>
                  <a:lnTo>
                    <a:pt x="1110133" y="549982"/>
                  </a:lnTo>
                  <a:lnTo>
                    <a:pt x="1130691" y="567845"/>
                  </a:lnTo>
                  <a:lnTo>
                    <a:pt x="1151249" y="586844"/>
                  </a:lnTo>
                  <a:lnTo>
                    <a:pt x="1171808" y="606700"/>
                  </a:lnTo>
                  <a:lnTo>
                    <a:pt x="1192366" y="627102"/>
                  </a:lnTo>
                  <a:lnTo>
                    <a:pt x="1212924" y="648177"/>
                  </a:lnTo>
                  <a:lnTo>
                    <a:pt x="1233482" y="670046"/>
                  </a:lnTo>
                  <a:lnTo>
                    <a:pt x="1254040" y="692573"/>
                  </a:lnTo>
                  <a:lnTo>
                    <a:pt x="1274598" y="715288"/>
                  </a:lnTo>
                  <a:lnTo>
                    <a:pt x="1295156" y="738029"/>
                  </a:lnTo>
                  <a:lnTo>
                    <a:pt x="1315714" y="760649"/>
                  </a:lnTo>
                  <a:lnTo>
                    <a:pt x="1336272" y="783013"/>
                  </a:lnTo>
                  <a:lnTo>
                    <a:pt x="1356830" y="805007"/>
                  </a:lnTo>
                  <a:lnTo>
                    <a:pt x="1377388" y="826543"/>
                  </a:lnTo>
                  <a:lnTo>
                    <a:pt x="1397946" y="847562"/>
                  </a:lnTo>
                  <a:lnTo>
                    <a:pt x="1418504" y="868032"/>
                  </a:lnTo>
                  <a:lnTo>
                    <a:pt x="1439062" y="887947"/>
                  </a:lnTo>
                  <a:lnTo>
                    <a:pt x="1459620" y="907320"/>
                  </a:lnTo>
                  <a:lnTo>
                    <a:pt x="1480178" y="926177"/>
                  </a:lnTo>
                  <a:lnTo>
                    <a:pt x="1500736" y="944504"/>
                  </a:lnTo>
                  <a:lnTo>
                    <a:pt x="1521294" y="962275"/>
                  </a:lnTo>
                  <a:lnTo>
                    <a:pt x="1541852" y="979518"/>
                  </a:lnTo>
                  <a:lnTo>
                    <a:pt x="1562410" y="996288"/>
                  </a:lnTo>
                  <a:lnTo>
                    <a:pt x="1582968" y="1012659"/>
                  </a:lnTo>
                  <a:lnTo>
                    <a:pt x="1603526" y="1028719"/>
                  </a:lnTo>
                  <a:lnTo>
                    <a:pt x="1624084" y="10445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3309628" y="3432812"/>
              <a:ext cx="1624084" cy="1024131"/>
            </a:xfrm>
            <a:custGeom>
              <a:avLst/>
              <a:pathLst>
                <a:path w="1624084" h="1024131">
                  <a:moveTo>
                    <a:pt x="1624084" y="1024131"/>
                  </a:moveTo>
                  <a:lnTo>
                    <a:pt x="1603526" y="956896"/>
                  </a:lnTo>
                  <a:lnTo>
                    <a:pt x="1582968" y="891975"/>
                  </a:lnTo>
                  <a:lnTo>
                    <a:pt x="1562410" y="829478"/>
                  </a:lnTo>
                  <a:lnTo>
                    <a:pt x="1541852" y="769507"/>
                  </a:lnTo>
                  <a:lnTo>
                    <a:pt x="1521294" y="712145"/>
                  </a:lnTo>
                  <a:lnTo>
                    <a:pt x="1500736" y="657457"/>
                  </a:lnTo>
                  <a:lnTo>
                    <a:pt x="1480178" y="605483"/>
                  </a:lnTo>
                  <a:lnTo>
                    <a:pt x="1459620" y="556240"/>
                  </a:lnTo>
                  <a:lnTo>
                    <a:pt x="1439062" y="509741"/>
                  </a:lnTo>
                  <a:lnTo>
                    <a:pt x="1418504" y="465995"/>
                  </a:lnTo>
                  <a:lnTo>
                    <a:pt x="1397946" y="424996"/>
                  </a:lnTo>
                  <a:lnTo>
                    <a:pt x="1377388" y="386718"/>
                  </a:lnTo>
                  <a:lnTo>
                    <a:pt x="1356830" y="351109"/>
                  </a:lnTo>
                  <a:lnTo>
                    <a:pt x="1336272" y="318093"/>
                  </a:lnTo>
                  <a:lnTo>
                    <a:pt x="1315714" y="287560"/>
                  </a:lnTo>
                  <a:lnTo>
                    <a:pt x="1295156" y="259379"/>
                  </a:lnTo>
                  <a:lnTo>
                    <a:pt x="1274598" y="233396"/>
                  </a:lnTo>
                  <a:lnTo>
                    <a:pt x="1254040" y="209443"/>
                  </a:lnTo>
                  <a:lnTo>
                    <a:pt x="1233482" y="187347"/>
                  </a:lnTo>
                  <a:lnTo>
                    <a:pt x="1212924" y="166895"/>
                  </a:lnTo>
                  <a:lnTo>
                    <a:pt x="1192366" y="147942"/>
                  </a:lnTo>
                  <a:lnTo>
                    <a:pt x="1171808" y="130407"/>
                  </a:lnTo>
                  <a:lnTo>
                    <a:pt x="1151249" y="114211"/>
                  </a:lnTo>
                  <a:lnTo>
                    <a:pt x="1130691" y="99029"/>
                  </a:lnTo>
                  <a:lnTo>
                    <a:pt x="1110133" y="84689"/>
                  </a:lnTo>
                  <a:lnTo>
                    <a:pt x="1089575" y="71236"/>
                  </a:lnTo>
                  <a:lnTo>
                    <a:pt x="1069017" y="58722"/>
                  </a:lnTo>
                  <a:lnTo>
                    <a:pt x="1048459" y="47191"/>
                  </a:lnTo>
                  <a:lnTo>
                    <a:pt x="1027901" y="36663"/>
                  </a:lnTo>
                  <a:lnTo>
                    <a:pt x="1007343" y="27132"/>
                  </a:lnTo>
                  <a:lnTo>
                    <a:pt x="986785" y="18573"/>
                  </a:lnTo>
                  <a:lnTo>
                    <a:pt x="966227" y="10980"/>
                  </a:lnTo>
                  <a:lnTo>
                    <a:pt x="945669" y="4998"/>
                  </a:lnTo>
                  <a:lnTo>
                    <a:pt x="925111" y="1240"/>
                  </a:lnTo>
                  <a:lnTo>
                    <a:pt x="904553" y="0"/>
                  </a:lnTo>
                  <a:lnTo>
                    <a:pt x="883995" y="989"/>
                  </a:lnTo>
                  <a:lnTo>
                    <a:pt x="863437" y="3200"/>
                  </a:lnTo>
                  <a:lnTo>
                    <a:pt x="842879" y="5069"/>
                  </a:lnTo>
                  <a:lnTo>
                    <a:pt x="822321" y="5632"/>
                  </a:lnTo>
                  <a:lnTo>
                    <a:pt x="801763" y="8189"/>
                  </a:lnTo>
                  <a:lnTo>
                    <a:pt x="781205" y="13124"/>
                  </a:lnTo>
                  <a:lnTo>
                    <a:pt x="760647" y="20146"/>
                  </a:lnTo>
                  <a:lnTo>
                    <a:pt x="740089" y="28878"/>
                  </a:lnTo>
                  <a:lnTo>
                    <a:pt x="719531" y="38812"/>
                  </a:lnTo>
                  <a:lnTo>
                    <a:pt x="698973" y="49299"/>
                  </a:lnTo>
                  <a:lnTo>
                    <a:pt x="678415" y="59547"/>
                  </a:lnTo>
                  <a:lnTo>
                    <a:pt x="657857" y="68650"/>
                  </a:lnTo>
                  <a:lnTo>
                    <a:pt x="637299" y="75623"/>
                  </a:lnTo>
                  <a:lnTo>
                    <a:pt x="616741" y="79466"/>
                  </a:lnTo>
                  <a:lnTo>
                    <a:pt x="596183" y="79648"/>
                  </a:lnTo>
                  <a:lnTo>
                    <a:pt x="575624" y="79442"/>
                  </a:lnTo>
                  <a:lnTo>
                    <a:pt x="555066" y="79646"/>
                  </a:lnTo>
                  <a:lnTo>
                    <a:pt x="534508" y="80179"/>
                  </a:lnTo>
                  <a:lnTo>
                    <a:pt x="513950" y="80966"/>
                  </a:lnTo>
                  <a:lnTo>
                    <a:pt x="493392" y="81940"/>
                  </a:lnTo>
                  <a:lnTo>
                    <a:pt x="472834" y="83039"/>
                  </a:lnTo>
                  <a:lnTo>
                    <a:pt x="452276" y="84212"/>
                  </a:lnTo>
                  <a:lnTo>
                    <a:pt x="431718" y="85420"/>
                  </a:lnTo>
                  <a:lnTo>
                    <a:pt x="411160" y="86633"/>
                  </a:lnTo>
                  <a:lnTo>
                    <a:pt x="390602" y="87839"/>
                  </a:lnTo>
                  <a:lnTo>
                    <a:pt x="370044" y="89038"/>
                  </a:lnTo>
                  <a:lnTo>
                    <a:pt x="349486" y="90280"/>
                  </a:lnTo>
                  <a:lnTo>
                    <a:pt x="328928" y="92057"/>
                  </a:lnTo>
                  <a:lnTo>
                    <a:pt x="308370" y="94640"/>
                  </a:lnTo>
                  <a:lnTo>
                    <a:pt x="287812" y="98170"/>
                  </a:lnTo>
                  <a:lnTo>
                    <a:pt x="267254" y="102756"/>
                  </a:lnTo>
                  <a:lnTo>
                    <a:pt x="246696" y="108484"/>
                  </a:lnTo>
                  <a:lnTo>
                    <a:pt x="226138" y="115409"/>
                  </a:lnTo>
                  <a:lnTo>
                    <a:pt x="205580" y="123565"/>
                  </a:lnTo>
                  <a:lnTo>
                    <a:pt x="185022" y="132963"/>
                  </a:lnTo>
                  <a:lnTo>
                    <a:pt x="164464" y="143599"/>
                  </a:lnTo>
                  <a:lnTo>
                    <a:pt x="143906" y="155458"/>
                  </a:lnTo>
                  <a:lnTo>
                    <a:pt x="123348" y="168517"/>
                  </a:lnTo>
                  <a:lnTo>
                    <a:pt x="102790" y="182747"/>
                  </a:lnTo>
                  <a:lnTo>
                    <a:pt x="82232" y="198120"/>
                  </a:lnTo>
                  <a:lnTo>
                    <a:pt x="61674" y="214605"/>
                  </a:lnTo>
                  <a:lnTo>
                    <a:pt x="41116" y="232175"/>
                  </a:lnTo>
                  <a:lnTo>
                    <a:pt x="20558" y="250802"/>
                  </a:lnTo>
                  <a:lnTo>
                    <a:pt x="0" y="270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3309628" y="3143676"/>
              <a:ext cx="1624084" cy="899118"/>
            </a:xfrm>
            <a:custGeom>
              <a:avLst/>
              <a:pathLst>
                <a:path w="1624084" h="899118">
                  <a:moveTo>
                    <a:pt x="0" y="0"/>
                  </a:moveTo>
                  <a:lnTo>
                    <a:pt x="20558" y="11765"/>
                  </a:lnTo>
                  <a:lnTo>
                    <a:pt x="41116" y="23178"/>
                  </a:lnTo>
                  <a:lnTo>
                    <a:pt x="61674" y="34221"/>
                  </a:lnTo>
                  <a:lnTo>
                    <a:pt x="82232" y="44879"/>
                  </a:lnTo>
                  <a:lnTo>
                    <a:pt x="102790" y="55133"/>
                  </a:lnTo>
                  <a:lnTo>
                    <a:pt x="123348" y="64967"/>
                  </a:lnTo>
                  <a:lnTo>
                    <a:pt x="143906" y="74365"/>
                  </a:lnTo>
                  <a:lnTo>
                    <a:pt x="164464" y="83308"/>
                  </a:lnTo>
                  <a:lnTo>
                    <a:pt x="185022" y="91781"/>
                  </a:lnTo>
                  <a:lnTo>
                    <a:pt x="205580" y="99766"/>
                  </a:lnTo>
                  <a:lnTo>
                    <a:pt x="226138" y="107247"/>
                  </a:lnTo>
                  <a:lnTo>
                    <a:pt x="246696" y="114206"/>
                  </a:lnTo>
                  <a:lnTo>
                    <a:pt x="267254" y="120627"/>
                  </a:lnTo>
                  <a:lnTo>
                    <a:pt x="287812" y="126492"/>
                  </a:lnTo>
                  <a:lnTo>
                    <a:pt x="308370" y="131786"/>
                  </a:lnTo>
                  <a:lnTo>
                    <a:pt x="328928" y="136490"/>
                  </a:lnTo>
                  <a:lnTo>
                    <a:pt x="349486" y="140589"/>
                  </a:lnTo>
                  <a:lnTo>
                    <a:pt x="370044" y="143969"/>
                  </a:lnTo>
                  <a:lnTo>
                    <a:pt x="390602" y="146360"/>
                  </a:lnTo>
                  <a:lnTo>
                    <a:pt x="411160" y="147871"/>
                  </a:lnTo>
                  <a:lnTo>
                    <a:pt x="431718" y="148640"/>
                  </a:lnTo>
                  <a:lnTo>
                    <a:pt x="452276" y="148804"/>
                  </a:lnTo>
                  <a:lnTo>
                    <a:pt x="472834" y="148501"/>
                  </a:lnTo>
                  <a:lnTo>
                    <a:pt x="493392" y="147870"/>
                  </a:lnTo>
                  <a:lnTo>
                    <a:pt x="513950" y="147047"/>
                  </a:lnTo>
                  <a:lnTo>
                    <a:pt x="534508" y="146171"/>
                  </a:lnTo>
                  <a:lnTo>
                    <a:pt x="555066" y="145380"/>
                  </a:lnTo>
                  <a:lnTo>
                    <a:pt x="575624" y="144811"/>
                  </a:lnTo>
                  <a:lnTo>
                    <a:pt x="596183" y="144603"/>
                  </a:lnTo>
                  <a:lnTo>
                    <a:pt x="616741" y="144190"/>
                  </a:lnTo>
                  <a:lnTo>
                    <a:pt x="637299" y="140988"/>
                  </a:lnTo>
                  <a:lnTo>
                    <a:pt x="657857" y="135297"/>
                  </a:lnTo>
                  <a:lnTo>
                    <a:pt x="678415" y="127758"/>
                  </a:lnTo>
                  <a:lnTo>
                    <a:pt x="698973" y="119009"/>
                  </a:lnTo>
                  <a:lnTo>
                    <a:pt x="719531" y="109692"/>
                  </a:lnTo>
                  <a:lnTo>
                    <a:pt x="740089" y="100446"/>
                  </a:lnTo>
                  <a:lnTo>
                    <a:pt x="760647" y="91911"/>
                  </a:lnTo>
                  <a:lnTo>
                    <a:pt x="781205" y="84728"/>
                  </a:lnTo>
                  <a:lnTo>
                    <a:pt x="801763" y="79535"/>
                  </a:lnTo>
                  <a:lnTo>
                    <a:pt x="822321" y="76973"/>
                  </a:lnTo>
                  <a:lnTo>
                    <a:pt x="842879" y="77285"/>
                  </a:lnTo>
                  <a:lnTo>
                    <a:pt x="863437" y="78425"/>
                  </a:lnTo>
                  <a:lnTo>
                    <a:pt x="883995" y="80211"/>
                  </a:lnTo>
                  <a:lnTo>
                    <a:pt x="904553" y="82893"/>
                  </a:lnTo>
                  <a:lnTo>
                    <a:pt x="925111" y="86726"/>
                  </a:lnTo>
                  <a:lnTo>
                    <a:pt x="945669" y="91959"/>
                  </a:lnTo>
                  <a:lnTo>
                    <a:pt x="966227" y="98846"/>
                  </a:lnTo>
                  <a:lnTo>
                    <a:pt x="986785" y="107413"/>
                  </a:lnTo>
                  <a:lnTo>
                    <a:pt x="1007343" y="117148"/>
                  </a:lnTo>
                  <a:lnTo>
                    <a:pt x="1027901" y="127997"/>
                  </a:lnTo>
                  <a:lnTo>
                    <a:pt x="1048459" y="139937"/>
                  </a:lnTo>
                  <a:lnTo>
                    <a:pt x="1069017" y="152949"/>
                  </a:lnTo>
                  <a:lnTo>
                    <a:pt x="1089575" y="167011"/>
                  </a:lnTo>
                  <a:lnTo>
                    <a:pt x="1110133" y="182104"/>
                  </a:lnTo>
                  <a:lnTo>
                    <a:pt x="1130691" y="198205"/>
                  </a:lnTo>
                  <a:lnTo>
                    <a:pt x="1151249" y="215295"/>
                  </a:lnTo>
                  <a:lnTo>
                    <a:pt x="1171808" y="233321"/>
                  </a:lnTo>
                  <a:lnTo>
                    <a:pt x="1192366" y="252290"/>
                  </a:lnTo>
                  <a:lnTo>
                    <a:pt x="1212924" y="272304"/>
                  </a:lnTo>
                  <a:lnTo>
                    <a:pt x="1233482" y="293464"/>
                  </a:lnTo>
                  <a:lnTo>
                    <a:pt x="1254040" y="315776"/>
                  </a:lnTo>
                  <a:lnTo>
                    <a:pt x="1274598" y="339110"/>
                  </a:lnTo>
                  <a:lnTo>
                    <a:pt x="1295156" y="363472"/>
                  </a:lnTo>
                  <a:lnTo>
                    <a:pt x="1315714" y="388873"/>
                  </a:lnTo>
                  <a:lnTo>
                    <a:pt x="1336272" y="415321"/>
                  </a:lnTo>
                  <a:lnTo>
                    <a:pt x="1356830" y="442826"/>
                  </a:lnTo>
                  <a:lnTo>
                    <a:pt x="1377388" y="471398"/>
                  </a:lnTo>
                  <a:lnTo>
                    <a:pt x="1397946" y="501047"/>
                  </a:lnTo>
                  <a:lnTo>
                    <a:pt x="1418504" y="531782"/>
                  </a:lnTo>
                  <a:lnTo>
                    <a:pt x="1439062" y="563612"/>
                  </a:lnTo>
                  <a:lnTo>
                    <a:pt x="1459620" y="596548"/>
                  </a:lnTo>
                  <a:lnTo>
                    <a:pt x="1480178" y="630598"/>
                  </a:lnTo>
                  <a:lnTo>
                    <a:pt x="1500736" y="665748"/>
                  </a:lnTo>
                  <a:lnTo>
                    <a:pt x="1521294" y="701978"/>
                  </a:lnTo>
                  <a:lnTo>
                    <a:pt x="1541852" y="739280"/>
                  </a:lnTo>
                  <a:lnTo>
                    <a:pt x="1562410" y="777651"/>
                  </a:lnTo>
                  <a:lnTo>
                    <a:pt x="1582968" y="817085"/>
                  </a:lnTo>
                  <a:lnTo>
                    <a:pt x="1603526" y="857576"/>
                  </a:lnTo>
                  <a:lnTo>
                    <a:pt x="1624084" y="89911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rc310"/>
            <p:cNvSpPr/>
            <p:nvPr/>
          </p:nvSpPr>
          <p:spPr>
            <a:xfrm>
              <a:off x="3228423" y="1198851"/>
              <a:ext cx="1786493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1"/>
            <p:cNvSpPr/>
            <p:nvPr/>
          </p:nvSpPr>
          <p:spPr>
            <a:xfrm>
              <a:off x="1372341" y="983989"/>
              <a:ext cx="1786493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tx312"/>
            <p:cNvSpPr/>
            <p:nvPr/>
          </p:nvSpPr>
          <p:spPr>
            <a:xfrm>
              <a:off x="2135165" y="1048691"/>
              <a:ext cx="26084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ASIR</a:t>
              </a:r>
            </a:p>
          </p:txBody>
        </p:sp>
        <p:sp>
          <p:nvSpPr>
            <p:cNvPr id="314" name="rc313"/>
            <p:cNvSpPr/>
            <p:nvPr/>
          </p:nvSpPr>
          <p:spPr>
            <a:xfrm>
              <a:off x="3228423" y="983989"/>
              <a:ext cx="1786493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tx314"/>
            <p:cNvSpPr/>
            <p:nvPr/>
          </p:nvSpPr>
          <p:spPr>
            <a:xfrm>
              <a:off x="3966418" y="1048691"/>
              <a:ext cx="31050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ASDR</a:t>
              </a:r>
            </a:p>
          </p:txBody>
        </p:sp>
        <p:sp>
          <p:nvSpPr>
            <p:cNvPr id="316" name="pl315"/>
            <p:cNvSpPr/>
            <p:nvPr/>
          </p:nvSpPr>
          <p:spPr>
            <a:xfrm>
              <a:off x="150647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2063622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2620769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tx318"/>
            <p:cNvSpPr/>
            <p:nvPr/>
          </p:nvSpPr>
          <p:spPr>
            <a:xfrm>
              <a:off x="1428794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320" name="tx319"/>
            <p:cNvSpPr/>
            <p:nvPr/>
          </p:nvSpPr>
          <p:spPr>
            <a:xfrm>
              <a:off x="1985941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321" name="tx320"/>
            <p:cNvSpPr/>
            <p:nvPr/>
          </p:nvSpPr>
          <p:spPr>
            <a:xfrm>
              <a:off x="2543088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322" name="pl321"/>
            <p:cNvSpPr/>
            <p:nvPr/>
          </p:nvSpPr>
          <p:spPr>
            <a:xfrm>
              <a:off x="336255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391970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4476852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tx324"/>
            <p:cNvSpPr/>
            <p:nvPr/>
          </p:nvSpPr>
          <p:spPr>
            <a:xfrm>
              <a:off x="3284876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326" name="tx325"/>
            <p:cNvSpPr/>
            <p:nvPr/>
          </p:nvSpPr>
          <p:spPr>
            <a:xfrm>
              <a:off x="3842023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327" name="tx326"/>
            <p:cNvSpPr/>
            <p:nvPr/>
          </p:nvSpPr>
          <p:spPr>
            <a:xfrm>
              <a:off x="4399171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328" name="tx327"/>
            <p:cNvSpPr/>
            <p:nvPr/>
          </p:nvSpPr>
          <p:spPr>
            <a:xfrm>
              <a:off x="1148183" y="4947047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29" name="tx328"/>
            <p:cNvSpPr/>
            <p:nvPr/>
          </p:nvSpPr>
          <p:spPr>
            <a:xfrm>
              <a:off x="1210339" y="3848136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330" name="tx329"/>
            <p:cNvSpPr/>
            <p:nvPr/>
          </p:nvSpPr>
          <p:spPr>
            <a:xfrm>
              <a:off x="1247555" y="274638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1" name="tx330"/>
            <p:cNvSpPr/>
            <p:nvPr/>
          </p:nvSpPr>
          <p:spPr>
            <a:xfrm>
              <a:off x="1247555" y="164747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2" name="pl331"/>
            <p:cNvSpPr/>
            <p:nvPr/>
          </p:nvSpPr>
          <p:spPr>
            <a:xfrm>
              <a:off x="1337547" y="4988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1337547" y="38884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1337547" y="27880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1337547" y="16877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tx335"/>
            <p:cNvSpPr/>
            <p:nvPr/>
          </p:nvSpPr>
          <p:spPr>
            <a:xfrm>
              <a:off x="3073336" y="6201811"/>
              <a:ext cx="240586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HDI</a:t>
              </a:r>
            </a:p>
          </p:txBody>
        </p:sp>
        <p:sp>
          <p:nvSpPr>
            <p:cNvPr id="337" name="tx336"/>
            <p:cNvSpPr/>
            <p:nvPr/>
          </p:nvSpPr>
          <p:spPr>
            <a:xfrm rot="-5400000">
              <a:off x="842072" y="3548153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sp>
          <p:nvSpPr>
            <p:cNvPr id="338" name="rc337"/>
            <p:cNvSpPr/>
            <p:nvPr/>
          </p:nvSpPr>
          <p:spPr>
            <a:xfrm>
              <a:off x="5154095" y="3087582"/>
              <a:ext cx="1177115" cy="10245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tx338"/>
            <p:cNvSpPr/>
            <p:nvPr/>
          </p:nvSpPr>
          <p:spPr>
            <a:xfrm>
              <a:off x="5223684" y="3168460"/>
              <a:ext cx="893111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Cases in 2021</a:t>
              </a:r>
            </a:p>
          </p:txBody>
        </p:sp>
        <p:sp>
          <p:nvSpPr>
            <p:cNvPr id="340" name="rc339"/>
            <p:cNvSpPr/>
            <p:nvPr/>
          </p:nvSpPr>
          <p:spPr>
            <a:xfrm>
              <a:off x="5223684" y="3356160"/>
              <a:ext cx="247474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5326068" y="3444534"/>
              <a:ext cx="42706" cy="427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5248431" y="3465888"/>
              <a:ext cx="197979" cy="0"/>
            </a:xfrm>
            <a:custGeom>
              <a:avLst/>
              <a:pathLst>
                <a:path w="197979" h="0">
                  <a:moveTo>
                    <a:pt x="0" y="0"/>
                  </a:moveTo>
                  <a:lnTo>
                    <a:pt x="197979" y="0"/>
                  </a:lnTo>
                </a:path>
              </a:pathLst>
            </a:custGeom>
            <a:ln w="3370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rc342"/>
            <p:cNvSpPr/>
            <p:nvPr/>
          </p:nvSpPr>
          <p:spPr>
            <a:xfrm>
              <a:off x="5223684" y="3575616"/>
              <a:ext cx="247474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5318927" y="3656850"/>
              <a:ext cx="56988" cy="569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5248431" y="3685344"/>
              <a:ext cx="197979" cy="0"/>
            </a:xfrm>
            <a:custGeom>
              <a:avLst/>
              <a:pathLst>
                <a:path w="197979" h="0">
                  <a:moveTo>
                    <a:pt x="0" y="0"/>
                  </a:moveTo>
                  <a:lnTo>
                    <a:pt x="197979" y="0"/>
                  </a:lnTo>
                </a:path>
              </a:pathLst>
            </a:custGeom>
            <a:ln w="4798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rc345"/>
            <p:cNvSpPr/>
            <p:nvPr/>
          </p:nvSpPr>
          <p:spPr>
            <a:xfrm>
              <a:off x="5223684" y="3795072"/>
              <a:ext cx="247474" cy="2474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5296346" y="3867733"/>
              <a:ext cx="102151" cy="1021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5248431" y="3918809"/>
              <a:ext cx="197979" cy="0"/>
            </a:xfrm>
            <a:custGeom>
              <a:avLst/>
              <a:pathLst>
                <a:path w="197979" h="0">
                  <a:moveTo>
                    <a:pt x="0" y="0"/>
                  </a:moveTo>
                  <a:lnTo>
                    <a:pt x="197979" y="0"/>
                  </a:lnTo>
                </a:path>
              </a:pathLst>
            </a:custGeom>
            <a:ln w="931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8"/>
            <p:cNvSpPr/>
            <p:nvPr/>
          </p:nvSpPr>
          <p:spPr>
            <a:xfrm>
              <a:off x="5540748" y="3424196"/>
              <a:ext cx="25173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&lt;500</a:t>
              </a:r>
            </a:p>
          </p:txBody>
        </p:sp>
        <p:sp>
          <p:nvSpPr>
            <p:cNvPr id="350" name="tx349"/>
            <p:cNvSpPr/>
            <p:nvPr/>
          </p:nvSpPr>
          <p:spPr>
            <a:xfrm>
              <a:off x="5540748" y="3629191"/>
              <a:ext cx="503356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500-1,000</a:t>
              </a:r>
            </a:p>
          </p:txBody>
        </p:sp>
        <p:sp>
          <p:nvSpPr>
            <p:cNvPr id="351" name="tx350"/>
            <p:cNvSpPr/>
            <p:nvPr/>
          </p:nvSpPr>
          <p:spPr>
            <a:xfrm>
              <a:off x="5540748" y="3862656"/>
              <a:ext cx="720873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10,000-50,000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2025-03-25T23:37:03Z</dcterms:modified>
  <cp:category/>
</cp:coreProperties>
</file>