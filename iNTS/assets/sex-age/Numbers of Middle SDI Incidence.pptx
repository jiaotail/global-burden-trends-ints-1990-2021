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96652" y="983989"/>
              <a:ext cx="3894496" cy="50168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123069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858990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594912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330833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5066754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496652" y="585185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496652" y="560349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496652" y="535512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496652" y="510676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496652" y="485840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496652" y="461004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496652" y="436168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496652" y="411332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496652" y="386496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496652" y="361660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96652" y="336824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96652" y="311988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496652" y="287152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496652" y="262316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496652" y="237480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496652" y="212644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496652" y="187808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496652" y="162972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96652" y="138136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496652" y="113300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755108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2491029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226951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962872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4698794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2053009" y="5740088"/>
              <a:ext cx="117394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2663382" y="5491728"/>
              <a:ext cx="56356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2875328" y="5243367"/>
              <a:ext cx="35162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2975266" y="4995007"/>
              <a:ext cx="25168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3013681" y="4746647"/>
              <a:ext cx="21327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3022659" y="4498286"/>
              <a:ext cx="20429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3030018" y="4249926"/>
              <a:ext cx="19693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3045473" y="4001566"/>
              <a:ext cx="18147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3075793" y="3753206"/>
              <a:ext cx="15115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3100372" y="3504845"/>
              <a:ext cx="12657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3117446" y="3256485"/>
              <a:ext cx="10950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3134666" y="3008125"/>
              <a:ext cx="9228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3156155" y="2759764"/>
              <a:ext cx="7079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3171315" y="2511404"/>
              <a:ext cx="5563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3188241" y="2263044"/>
              <a:ext cx="3870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3201046" y="2014684"/>
              <a:ext cx="2590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3209730" y="1766323"/>
              <a:ext cx="1722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3217531" y="1517963"/>
              <a:ext cx="941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3223271" y="1269603"/>
              <a:ext cx="367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3225773" y="1021243"/>
              <a:ext cx="117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3226951" y="5740088"/>
              <a:ext cx="160784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3226951" y="5491728"/>
              <a:ext cx="70839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3226951" y="5243367"/>
              <a:ext cx="42447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3226951" y="4995007"/>
              <a:ext cx="29333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3226951" y="4746647"/>
              <a:ext cx="23858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3226951" y="4498286"/>
              <a:ext cx="21930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3226951" y="4249926"/>
              <a:ext cx="20988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3226951" y="4001566"/>
              <a:ext cx="19663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3226951" y="3753206"/>
              <a:ext cx="16779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3226951" y="3504845"/>
              <a:ext cx="13805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3226951" y="3256485"/>
              <a:ext cx="11347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3226951" y="3008125"/>
              <a:ext cx="9125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3226951" y="2759764"/>
              <a:ext cx="6947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3226951" y="2511404"/>
              <a:ext cx="5445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3226951" y="2263044"/>
              <a:ext cx="3782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3226951" y="2014684"/>
              <a:ext cx="2443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3226951" y="1766323"/>
              <a:ext cx="1486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3"/>
            <p:cNvSpPr/>
            <p:nvPr/>
          </p:nvSpPr>
          <p:spPr>
            <a:xfrm>
              <a:off x="3226951" y="1517963"/>
              <a:ext cx="721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3226951" y="1269603"/>
              <a:ext cx="250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5"/>
            <p:cNvSpPr/>
            <p:nvPr/>
          </p:nvSpPr>
          <p:spPr>
            <a:xfrm>
              <a:off x="3226951" y="1021243"/>
              <a:ext cx="73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tx76"/>
            <p:cNvSpPr/>
            <p:nvPr/>
          </p:nvSpPr>
          <p:spPr>
            <a:xfrm>
              <a:off x="1709920" y="5799547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7976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8" name="tx77"/>
            <p:cNvSpPr/>
            <p:nvPr/>
          </p:nvSpPr>
          <p:spPr>
            <a:xfrm>
              <a:off x="2320294" y="5551119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3829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9" name="tx78"/>
            <p:cNvSpPr/>
            <p:nvPr/>
          </p:nvSpPr>
          <p:spPr>
            <a:xfrm>
              <a:off x="2532239" y="5302758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2389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0" name="tx79"/>
            <p:cNvSpPr/>
            <p:nvPr/>
          </p:nvSpPr>
          <p:spPr>
            <a:xfrm>
              <a:off x="2632177" y="5054466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1710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tx80"/>
            <p:cNvSpPr/>
            <p:nvPr/>
          </p:nvSpPr>
          <p:spPr>
            <a:xfrm>
              <a:off x="2670592" y="4806106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1449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" name="tx81"/>
            <p:cNvSpPr/>
            <p:nvPr/>
          </p:nvSpPr>
          <p:spPr>
            <a:xfrm>
              <a:off x="2679570" y="4557677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1388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3" name="tx82"/>
            <p:cNvSpPr/>
            <p:nvPr/>
          </p:nvSpPr>
          <p:spPr>
            <a:xfrm>
              <a:off x="2686930" y="4309317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1338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4" name="tx83"/>
            <p:cNvSpPr/>
            <p:nvPr/>
          </p:nvSpPr>
          <p:spPr>
            <a:xfrm>
              <a:off x="2702384" y="4060957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1233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5" name="tx84"/>
            <p:cNvSpPr/>
            <p:nvPr/>
          </p:nvSpPr>
          <p:spPr>
            <a:xfrm>
              <a:off x="2732704" y="3812665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1027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6" name="tx85"/>
            <p:cNvSpPr/>
            <p:nvPr/>
          </p:nvSpPr>
          <p:spPr>
            <a:xfrm>
              <a:off x="2843056" y="356430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860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7" name="tx86"/>
            <p:cNvSpPr/>
            <p:nvPr/>
          </p:nvSpPr>
          <p:spPr>
            <a:xfrm>
              <a:off x="2860129" y="3318067"/>
              <a:ext cx="233924" cy="1003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744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8" name="tx87"/>
            <p:cNvSpPr/>
            <p:nvPr/>
          </p:nvSpPr>
          <p:spPr>
            <a:xfrm>
              <a:off x="2877350" y="306758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627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9" name="tx88"/>
            <p:cNvSpPr/>
            <p:nvPr/>
          </p:nvSpPr>
          <p:spPr>
            <a:xfrm>
              <a:off x="2898839" y="281922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481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0" name="tx89"/>
            <p:cNvSpPr/>
            <p:nvPr/>
          </p:nvSpPr>
          <p:spPr>
            <a:xfrm>
              <a:off x="2913999" y="2570795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378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1" name="tx90"/>
            <p:cNvSpPr/>
            <p:nvPr/>
          </p:nvSpPr>
          <p:spPr>
            <a:xfrm>
              <a:off x="2930925" y="2322435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263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" name="tx91"/>
            <p:cNvSpPr/>
            <p:nvPr/>
          </p:nvSpPr>
          <p:spPr>
            <a:xfrm>
              <a:off x="2943730" y="207414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176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3" name="tx92"/>
            <p:cNvSpPr/>
            <p:nvPr/>
          </p:nvSpPr>
          <p:spPr>
            <a:xfrm>
              <a:off x="2952414" y="1827494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117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4" name="tx93"/>
            <p:cNvSpPr/>
            <p:nvPr/>
          </p:nvSpPr>
          <p:spPr>
            <a:xfrm>
              <a:off x="3045987" y="157742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5" name="tx94"/>
            <p:cNvSpPr/>
            <p:nvPr/>
          </p:nvSpPr>
          <p:spPr>
            <a:xfrm>
              <a:off x="3051727" y="1329062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6" name="tx95"/>
            <p:cNvSpPr/>
            <p:nvPr/>
          </p:nvSpPr>
          <p:spPr>
            <a:xfrm>
              <a:off x="3140001" y="1080702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7" name="tx96"/>
            <p:cNvSpPr/>
            <p:nvPr/>
          </p:nvSpPr>
          <p:spPr>
            <a:xfrm>
              <a:off x="4990741" y="5799547"/>
              <a:ext cx="389873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10924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8" name="tx97"/>
            <p:cNvSpPr/>
            <p:nvPr/>
          </p:nvSpPr>
          <p:spPr>
            <a:xfrm>
              <a:off x="4060108" y="5551119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4813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9" name="tx98"/>
            <p:cNvSpPr/>
            <p:nvPr/>
          </p:nvSpPr>
          <p:spPr>
            <a:xfrm>
              <a:off x="3776190" y="5302827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2884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0" name="tx99"/>
            <p:cNvSpPr/>
            <p:nvPr/>
          </p:nvSpPr>
          <p:spPr>
            <a:xfrm>
              <a:off x="3645049" y="5054398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1993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1" name="tx100"/>
            <p:cNvSpPr/>
            <p:nvPr/>
          </p:nvSpPr>
          <p:spPr>
            <a:xfrm>
              <a:off x="3590296" y="4806106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1621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2" name="tx101"/>
            <p:cNvSpPr/>
            <p:nvPr/>
          </p:nvSpPr>
          <p:spPr>
            <a:xfrm>
              <a:off x="3571015" y="4557746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1490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3" name="tx102"/>
            <p:cNvSpPr/>
            <p:nvPr/>
          </p:nvSpPr>
          <p:spPr>
            <a:xfrm>
              <a:off x="3561595" y="4309386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1426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" name="tx103"/>
            <p:cNvSpPr/>
            <p:nvPr/>
          </p:nvSpPr>
          <p:spPr>
            <a:xfrm>
              <a:off x="3548349" y="4060957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1336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5" name="tx104"/>
            <p:cNvSpPr/>
            <p:nvPr/>
          </p:nvSpPr>
          <p:spPr>
            <a:xfrm>
              <a:off x="3519500" y="3812665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1140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6" name="tx105"/>
            <p:cNvSpPr/>
            <p:nvPr/>
          </p:nvSpPr>
          <p:spPr>
            <a:xfrm>
              <a:off x="3458579" y="356423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938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7" name="tx106"/>
            <p:cNvSpPr/>
            <p:nvPr/>
          </p:nvSpPr>
          <p:spPr>
            <a:xfrm>
              <a:off x="3434000" y="3317656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771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8" name="tx107"/>
            <p:cNvSpPr/>
            <p:nvPr/>
          </p:nvSpPr>
          <p:spPr>
            <a:xfrm>
              <a:off x="3411775" y="306758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620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9" name="tx108"/>
            <p:cNvSpPr/>
            <p:nvPr/>
          </p:nvSpPr>
          <p:spPr>
            <a:xfrm>
              <a:off x="3389991" y="2820936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472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0" name="tx109"/>
            <p:cNvSpPr/>
            <p:nvPr/>
          </p:nvSpPr>
          <p:spPr>
            <a:xfrm>
              <a:off x="3374979" y="2570795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370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1" name="tx110"/>
            <p:cNvSpPr/>
            <p:nvPr/>
          </p:nvSpPr>
          <p:spPr>
            <a:xfrm>
              <a:off x="3358347" y="232250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" name="tx111"/>
            <p:cNvSpPr/>
            <p:nvPr/>
          </p:nvSpPr>
          <p:spPr>
            <a:xfrm>
              <a:off x="3344953" y="207414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166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3" name="tx112"/>
            <p:cNvSpPr/>
            <p:nvPr/>
          </p:nvSpPr>
          <p:spPr>
            <a:xfrm>
              <a:off x="3335386" y="182578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4" name="tx113"/>
            <p:cNvSpPr/>
            <p:nvPr/>
          </p:nvSpPr>
          <p:spPr>
            <a:xfrm>
              <a:off x="3296543" y="157742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5" name="tx114"/>
            <p:cNvSpPr/>
            <p:nvPr/>
          </p:nvSpPr>
          <p:spPr>
            <a:xfrm>
              <a:off x="3291833" y="1330774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6" name="tx115"/>
            <p:cNvSpPr/>
            <p:nvPr/>
          </p:nvSpPr>
          <p:spPr>
            <a:xfrm>
              <a:off x="3258877" y="1082482"/>
              <a:ext cx="77974" cy="1007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7" name="tx116"/>
            <p:cNvSpPr/>
            <p:nvPr/>
          </p:nvSpPr>
          <p:spPr>
            <a:xfrm>
              <a:off x="1306601" y="5811577"/>
              <a:ext cx="127421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&lt;5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8" name="tx117"/>
            <p:cNvSpPr/>
            <p:nvPr/>
          </p:nvSpPr>
          <p:spPr>
            <a:xfrm>
              <a:off x="1272494" y="5561798"/>
              <a:ext cx="16152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5-9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9" name="tx118"/>
            <p:cNvSpPr/>
            <p:nvPr/>
          </p:nvSpPr>
          <p:spPr>
            <a:xfrm>
              <a:off x="1148183" y="5313438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10-14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0" name="tx119"/>
            <p:cNvSpPr/>
            <p:nvPr/>
          </p:nvSpPr>
          <p:spPr>
            <a:xfrm>
              <a:off x="1148183" y="506507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15-19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1" name="tx120"/>
            <p:cNvSpPr/>
            <p:nvPr/>
          </p:nvSpPr>
          <p:spPr>
            <a:xfrm>
              <a:off x="1148183" y="481671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20-24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2" name="tx121"/>
            <p:cNvSpPr/>
            <p:nvPr/>
          </p:nvSpPr>
          <p:spPr>
            <a:xfrm>
              <a:off x="1148183" y="456835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25-29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x122"/>
            <p:cNvSpPr/>
            <p:nvPr/>
          </p:nvSpPr>
          <p:spPr>
            <a:xfrm>
              <a:off x="1148183" y="431994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30-34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4" name="tx123"/>
            <p:cNvSpPr/>
            <p:nvPr/>
          </p:nvSpPr>
          <p:spPr>
            <a:xfrm>
              <a:off x="1148183" y="407158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35-39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5" name="tx124"/>
            <p:cNvSpPr/>
            <p:nvPr/>
          </p:nvSpPr>
          <p:spPr>
            <a:xfrm>
              <a:off x="1148183" y="382327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40-44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6" name="tx125"/>
            <p:cNvSpPr/>
            <p:nvPr/>
          </p:nvSpPr>
          <p:spPr>
            <a:xfrm>
              <a:off x="1148183" y="357491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45-49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7" name="tx126"/>
            <p:cNvSpPr/>
            <p:nvPr/>
          </p:nvSpPr>
          <p:spPr>
            <a:xfrm>
              <a:off x="1148183" y="332655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50-54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8" name="tx127"/>
            <p:cNvSpPr/>
            <p:nvPr/>
          </p:nvSpPr>
          <p:spPr>
            <a:xfrm>
              <a:off x="1148183" y="307819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55-59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9" name="tx128"/>
            <p:cNvSpPr/>
            <p:nvPr/>
          </p:nvSpPr>
          <p:spPr>
            <a:xfrm>
              <a:off x="1148183" y="282983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60-64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0" name="tx129"/>
            <p:cNvSpPr/>
            <p:nvPr/>
          </p:nvSpPr>
          <p:spPr>
            <a:xfrm>
              <a:off x="1148183" y="258147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65-69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1" name="tx130"/>
            <p:cNvSpPr/>
            <p:nvPr/>
          </p:nvSpPr>
          <p:spPr>
            <a:xfrm>
              <a:off x="1148183" y="233311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70-74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2" name="tx131"/>
            <p:cNvSpPr/>
            <p:nvPr/>
          </p:nvSpPr>
          <p:spPr>
            <a:xfrm>
              <a:off x="1148183" y="208475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75-79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" name="tx132"/>
            <p:cNvSpPr/>
            <p:nvPr/>
          </p:nvSpPr>
          <p:spPr>
            <a:xfrm>
              <a:off x="1148183" y="183639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80-84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4" name="tx133"/>
            <p:cNvSpPr/>
            <p:nvPr/>
          </p:nvSpPr>
          <p:spPr>
            <a:xfrm>
              <a:off x="1148183" y="158803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85-89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5" name="tx134"/>
            <p:cNvSpPr/>
            <p:nvPr/>
          </p:nvSpPr>
          <p:spPr>
            <a:xfrm>
              <a:off x="1148183" y="1339673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90-94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6" name="tx135"/>
            <p:cNvSpPr/>
            <p:nvPr/>
          </p:nvSpPr>
          <p:spPr>
            <a:xfrm>
              <a:off x="1244445" y="1091313"/>
              <a:ext cx="1895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95+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7" name="pl136"/>
            <p:cNvSpPr/>
            <p:nvPr/>
          </p:nvSpPr>
          <p:spPr>
            <a:xfrm>
              <a:off x="1461858" y="585185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1461858" y="560349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1461858" y="535512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1461858" y="510676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1461858" y="485840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1461858" y="461004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1461858" y="436168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1461858" y="411332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1461858" y="386496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1461858" y="361660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1461858" y="336824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1461858" y="311988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1461858" y="287152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1461858" y="262316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1461858" y="237480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1461858" y="212644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1461858" y="187808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1461858" y="162972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1461858" y="138136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1461858" y="113300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1755108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2491029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3226951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3962872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4698794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tx161"/>
            <p:cNvSpPr/>
            <p:nvPr/>
          </p:nvSpPr>
          <p:spPr>
            <a:xfrm>
              <a:off x="1599719" y="6061805"/>
              <a:ext cx="3107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3" name="tx162"/>
            <p:cNvSpPr/>
            <p:nvPr/>
          </p:nvSpPr>
          <p:spPr>
            <a:xfrm>
              <a:off x="2366718" y="6061805"/>
              <a:ext cx="248622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" name="tx163"/>
            <p:cNvSpPr/>
            <p:nvPr/>
          </p:nvSpPr>
          <p:spPr>
            <a:xfrm>
              <a:off x="3195873" y="60618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5" name="tx164"/>
            <p:cNvSpPr/>
            <p:nvPr/>
          </p:nvSpPr>
          <p:spPr>
            <a:xfrm>
              <a:off x="3838561" y="6061805"/>
              <a:ext cx="248622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6" name="tx165"/>
            <p:cNvSpPr/>
            <p:nvPr/>
          </p:nvSpPr>
          <p:spPr>
            <a:xfrm>
              <a:off x="4543405" y="6061805"/>
              <a:ext cx="3107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7" name="tx166"/>
            <p:cNvSpPr/>
            <p:nvPr/>
          </p:nvSpPr>
          <p:spPr>
            <a:xfrm>
              <a:off x="2411616" y="6237838"/>
              <a:ext cx="1677218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Middle </a:t>
              </a: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SDI</a:t>
              </a:r>
              <a:endParaRPr lang="en-US"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8" name="tx167"/>
            <p:cNvSpPr/>
            <p:nvPr/>
          </p:nvSpPr>
          <p:spPr>
            <a:xfrm rot="-5400000">
              <a:off x="895005" y="3427727"/>
              <a:ext cx="248567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Age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9" name="rc168"/>
            <p:cNvSpPr/>
            <p:nvPr/>
          </p:nvSpPr>
          <p:spPr>
            <a:xfrm>
              <a:off x="5530327" y="3103888"/>
              <a:ext cx="800883" cy="7770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tx169"/>
            <p:cNvSpPr/>
            <p:nvPr/>
          </p:nvSpPr>
          <p:spPr>
            <a:xfrm>
              <a:off x="5599916" y="3184766"/>
              <a:ext cx="240723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Sex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1" name="rc170"/>
            <p:cNvSpPr/>
            <p:nvPr/>
          </p:nvSpPr>
          <p:spPr>
            <a:xfrm>
              <a:off x="5599916" y="3372466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1"/>
            <p:cNvSpPr/>
            <p:nvPr/>
          </p:nvSpPr>
          <p:spPr>
            <a:xfrm>
              <a:off x="5608916" y="3381466"/>
              <a:ext cx="201456" cy="201456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2"/>
            <p:cNvSpPr/>
            <p:nvPr/>
          </p:nvSpPr>
          <p:spPr>
            <a:xfrm>
              <a:off x="5599916" y="3591922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3"/>
            <p:cNvSpPr/>
            <p:nvPr/>
          </p:nvSpPr>
          <p:spPr>
            <a:xfrm>
              <a:off x="5608916" y="3600922"/>
              <a:ext cx="201456" cy="201456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tx174"/>
            <p:cNvSpPr/>
            <p:nvPr/>
          </p:nvSpPr>
          <p:spPr>
            <a:xfrm>
              <a:off x="5888961" y="3440884"/>
              <a:ext cx="37266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Female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6" name="tx175"/>
            <p:cNvSpPr/>
            <p:nvPr/>
          </p:nvSpPr>
          <p:spPr>
            <a:xfrm>
              <a:off x="5888961" y="3660340"/>
              <a:ext cx="24223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WPS 演示</Application>
  <PresentationFormat>Présentation à l'écran (4:3)</PresentationFormat>
  <Paragraphs>140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2025-06-12T15:57:23Z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003099F8E27848C9B19F19F55EAAE149_12</vt:lpwstr>
  </property>
  <property fmtid="{D5CDD505-2E9C-101B-9397-08002B2CF9AE}" pid="3" name="KSOProductBuildVer">
    <vt:lpwstr>2052-12.1.0.21171</vt:lpwstr>
  </property>
</Properties>
</file>