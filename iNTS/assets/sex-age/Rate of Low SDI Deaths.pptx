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组合 144"/>
          <p:cNvGrpSpPr/>
          <p:nvPr/>
        </p:nvGrpSpPr>
        <p:grpSpPr>
          <a:xfrm>
            <a:off x="37465" y="46990"/>
            <a:ext cx="9009380" cy="6504940"/>
            <a:chOff x="59" y="74"/>
            <a:chExt cx="14188" cy="10244"/>
          </a:xfrm>
        </p:grpSpPr>
        <p:grpSp>
          <p:nvGrpSpPr>
            <p:cNvPr id="3" name="组合 2"/>
            <p:cNvGrpSpPr/>
            <p:nvPr/>
          </p:nvGrpSpPr>
          <p:grpSpPr>
            <a:xfrm>
              <a:off x="59" y="74"/>
              <a:ext cx="14189" cy="10245"/>
              <a:chOff x="914400" y="914400"/>
              <a:chExt cx="5486400" cy="5819253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5486400" cy="54864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" name="rc4"/>
              <p:cNvSpPr/>
              <p:nvPr/>
            </p:nvSpPr>
            <p:spPr>
              <a:xfrm>
                <a:off x="914400" y="914400"/>
                <a:ext cx="5486400" cy="5819253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" name="rc5"/>
              <p:cNvSpPr/>
              <p:nvPr/>
            </p:nvSpPr>
            <p:spPr>
              <a:xfrm>
                <a:off x="1335124" y="983989"/>
                <a:ext cx="4056024" cy="5016877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" name="pl6"/>
              <p:cNvSpPr/>
              <p:nvPr/>
            </p:nvSpPr>
            <p:spPr>
              <a:xfrm>
                <a:off x="1335124" y="5905570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" name="pl7"/>
              <p:cNvSpPr/>
              <p:nvPr/>
            </p:nvSpPr>
            <p:spPr>
              <a:xfrm>
                <a:off x="1335124" y="4719532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" name="pl8"/>
              <p:cNvSpPr/>
              <p:nvPr/>
            </p:nvSpPr>
            <p:spPr>
              <a:xfrm>
                <a:off x="1335124" y="3533494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" name="pl9"/>
              <p:cNvSpPr/>
              <p:nvPr/>
            </p:nvSpPr>
            <p:spPr>
              <a:xfrm>
                <a:off x="1335124" y="2347455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" name="pl10"/>
              <p:cNvSpPr/>
              <p:nvPr/>
            </p:nvSpPr>
            <p:spPr>
              <a:xfrm>
                <a:off x="1335124" y="1161417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2" name="pl11"/>
              <p:cNvSpPr/>
              <p:nvPr/>
            </p:nvSpPr>
            <p:spPr>
              <a:xfrm>
                <a:off x="1335124" y="5312551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" name="pl12"/>
              <p:cNvSpPr/>
              <p:nvPr/>
            </p:nvSpPr>
            <p:spPr>
              <a:xfrm>
                <a:off x="1335124" y="4126513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" name="pl13"/>
              <p:cNvSpPr/>
              <p:nvPr/>
            </p:nvSpPr>
            <p:spPr>
              <a:xfrm>
                <a:off x="1335124" y="2940474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5" name="pl14"/>
              <p:cNvSpPr/>
              <p:nvPr/>
            </p:nvSpPr>
            <p:spPr>
              <a:xfrm>
                <a:off x="1335124" y="1754436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6" name="pl15"/>
              <p:cNvSpPr/>
              <p:nvPr/>
            </p:nvSpPr>
            <p:spPr>
              <a:xfrm>
                <a:off x="145560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7" name="pl16"/>
              <p:cNvSpPr/>
              <p:nvPr/>
            </p:nvSpPr>
            <p:spPr>
              <a:xfrm>
                <a:off x="165639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8" name="pl17"/>
              <p:cNvSpPr/>
              <p:nvPr/>
            </p:nvSpPr>
            <p:spPr>
              <a:xfrm>
                <a:off x="185718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9" name="pl18"/>
              <p:cNvSpPr/>
              <p:nvPr/>
            </p:nvSpPr>
            <p:spPr>
              <a:xfrm>
                <a:off x="205798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0" name="pl19"/>
              <p:cNvSpPr/>
              <p:nvPr/>
            </p:nvSpPr>
            <p:spPr>
              <a:xfrm>
                <a:off x="225877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1" name="pl20"/>
              <p:cNvSpPr/>
              <p:nvPr/>
            </p:nvSpPr>
            <p:spPr>
              <a:xfrm>
                <a:off x="245956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2" name="pl21"/>
              <p:cNvSpPr/>
              <p:nvPr/>
            </p:nvSpPr>
            <p:spPr>
              <a:xfrm>
                <a:off x="266036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3" name="pl22"/>
              <p:cNvSpPr/>
              <p:nvPr/>
            </p:nvSpPr>
            <p:spPr>
              <a:xfrm>
                <a:off x="286115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4" name="pl23"/>
              <p:cNvSpPr/>
              <p:nvPr/>
            </p:nvSpPr>
            <p:spPr>
              <a:xfrm>
                <a:off x="306194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5" name="pl24"/>
              <p:cNvSpPr/>
              <p:nvPr/>
            </p:nvSpPr>
            <p:spPr>
              <a:xfrm>
                <a:off x="326274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6" name="pl25"/>
              <p:cNvSpPr/>
              <p:nvPr/>
            </p:nvSpPr>
            <p:spPr>
              <a:xfrm>
                <a:off x="346353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7" name="pl26"/>
              <p:cNvSpPr/>
              <p:nvPr/>
            </p:nvSpPr>
            <p:spPr>
              <a:xfrm>
                <a:off x="366432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8" name="pl27"/>
              <p:cNvSpPr/>
              <p:nvPr/>
            </p:nvSpPr>
            <p:spPr>
              <a:xfrm>
                <a:off x="386512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9" name="pl28"/>
              <p:cNvSpPr/>
              <p:nvPr/>
            </p:nvSpPr>
            <p:spPr>
              <a:xfrm>
                <a:off x="406591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0" name="pl29"/>
              <p:cNvSpPr/>
              <p:nvPr/>
            </p:nvSpPr>
            <p:spPr>
              <a:xfrm>
                <a:off x="426670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1" name="pl30"/>
              <p:cNvSpPr/>
              <p:nvPr/>
            </p:nvSpPr>
            <p:spPr>
              <a:xfrm>
                <a:off x="446749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2" name="pl31"/>
              <p:cNvSpPr/>
              <p:nvPr/>
            </p:nvSpPr>
            <p:spPr>
              <a:xfrm>
                <a:off x="466829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3" name="pl32"/>
              <p:cNvSpPr/>
              <p:nvPr/>
            </p:nvSpPr>
            <p:spPr>
              <a:xfrm>
                <a:off x="486908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4" name="pl33"/>
              <p:cNvSpPr/>
              <p:nvPr/>
            </p:nvSpPr>
            <p:spPr>
              <a:xfrm>
                <a:off x="506987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5" name="pl34"/>
              <p:cNvSpPr/>
              <p:nvPr/>
            </p:nvSpPr>
            <p:spPr>
              <a:xfrm>
                <a:off x="527067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6" name="pl35"/>
              <p:cNvSpPr/>
              <p:nvPr/>
            </p:nvSpPr>
            <p:spPr>
              <a:xfrm>
                <a:off x="1455600" y="3687679"/>
                <a:ext cx="3815072" cy="1528803"/>
              </a:xfrm>
              <a:custGeom>
                <a:avLst/>
                <a:gdLst/>
                <a:ahLst/>
                <a:cxnLst/>
                <a:pathLst>
                  <a:path w="3815072" h="1528803">
                    <a:moveTo>
                      <a:pt x="0" y="0"/>
                    </a:moveTo>
                    <a:lnTo>
                      <a:pt x="200793" y="1156387"/>
                    </a:lnTo>
                    <a:lnTo>
                      <a:pt x="401586" y="1418501"/>
                    </a:lnTo>
                    <a:lnTo>
                      <a:pt x="602379" y="1494408"/>
                    </a:lnTo>
                    <a:lnTo>
                      <a:pt x="803173" y="1513384"/>
                    </a:lnTo>
                    <a:lnTo>
                      <a:pt x="1003966" y="1519315"/>
                    </a:lnTo>
                    <a:lnTo>
                      <a:pt x="1204759" y="1528803"/>
                    </a:lnTo>
                    <a:lnTo>
                      <a:pt x="1405552" y="1528803"/>
                    </a:lnTo>
                    <a:lnTo>
                      <a:pt x="1606346" y="1524059"/>
                    </a:lnTo>
                    <a:lnTo>
                      <a:pt x="1807139" y="1505082"/>
                    </a:lnTo>
                    <a:lnTo>
                      <a:pt x="2007932" y="1462385"/>
                    </a:lnTo>
                    <a:lnTo>
                      <a:pt x="2208726" y="1397153"/>
                    </a:lnTo>
                    <a:lnTo>
                      <a:pt x="2409519" y="1348525"/>
                    </a:lnTo>
                    <a:lnTo>
                      <a:pt x="2610312" y="1316502"/>
                    </a:lnTo>
                    <a:lnTo>
                      <a:pt x="2811105" y="1307014"/>
                    </a:lnTo>
                    <a:lnTo>
                      <a:pt x="3011899" y="1271433"/>
                    </a:lnTo>
                    <a:lnTo>
                      <a:pt x="3212692" y="1246526"/>
                    </a:lnTo>
                    <a:lnTo>
                      <a:pt x="3413485" y="1186038"/>
                    </a:lnTo>
                    <a:lnTo>
                      <a:pt x="3614279" y="1131480"/>
                    </a:lnTo>
                    <a:lnTo>
                      <a:pt x="3815072" y="1104201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7" name="pl36"/>
              <p:cNvSpPr/>
              <p:nvPr/>
            </p:nvSpPr>
            <p:spPr>
              <a:xfrm>
                <a:off x="1455600" y="3169380"/>
                <a:ext cx="3815072" cy="2028125"/>
              </a:xfrm>
              <a:custGeom>
                <a:avLst/>
                <a:gdLst/>
                <a:ahLst/>
                <a:cxnLst/>
                <a:pathLst>
                  <a:path w="3815072" h="2028125">
                    <a:moveTo>
                      <a:pt x="0" y="0"/>
                    </a:moveTo>
                    <a:lnTo>
                      <a:pt x="200793" y="1575058"/>
                    </a:lnTo>
                    <a:lnTo>
                      <a:pt x="401586" y="1935614"/>
                    </a:lnTo>
                    <a:lnTo>
                      <a:pt x="602379" y="2028125"/>
                    </a:lnTo>
                    <a:lnTo>
                      <a:pt x="803173" y="2028125"/>
                    </a:lnTo>
                    <a:lnTo>
                      <a:pt x="1003966" y="1996102"/>
                    </a:lnTo>
                    <a:lnTo>
                      <a:pt x="1204759" y="1972381"/>
                    </a:lnTo>
                    <a:lnTo>
                      <a:pt x="1405552" y="1953405"/>
                    </a:lnTo>
                    <a:lnTo>
                      <a:pt x="1606346" y="1952219"/>
                    </a:lnTo>
                    <a:lnTo>
                      <a:pt x="1807139" y="1948660"/>
                    </a:lnTo>
                    <a:lnTo>
                      <a:pt x="2007932" y="1916637"/>
                    </a:lnTo>
                    <a:lnTo>
                      <a:pt x="2208726" y="1846661"/>
                    </a:lnTo>
                    <a:lnTo>
                      <a:pt x="2409519" y="1776685"/>
                    </a:lnTo>
                    <a:lnTo>
                      <a:pt x="2610312" y="1741104"/>
                    </a:lnTo>
                    <a:lnTo>
                      <a:pt x="2811105" y="1726871"/>
                    </a:lnTo>
                    <a:lnTo>
                      <a:pt x="3011899" y="1677058"/>
                    </a:lnTo>
                    <a:lnTo>
                      <a:pt x="3212692" y="1645035"/>
                    </a:lnTo>
                    <a:lnTo>
                      <a:pt x="3413485" y="1546593"/>
                    </a:lnTo>
                    <a:lnTo>
                      <a:pt x="3614279" y="1471873"/>
                    </a:lnTo>
                    <a:lnTo>
                      <a:pt x="3815072" y="1519315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8" name="pt37"/>
              <p:cNvSpPr/>
              <p:nvPr/>
            </p:nvSpPr>
            <p:spPr>
              <a:xfrm>
                <a:off x="1423999" y="3656077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9" name="pt38"/>
              <p:cNvSpPr/>
              <p:nvPr/>
            </p:nvSpPr>
            <p:spPr>
              <a:xfrm>
                <a:off x="1624792" y="481246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0" name="pt39"/>
              <p:cNvSpPr/>
              <p:nvPr/>
            </p:nvSpPr>
            <p:spPr>
              <a:xfrm>
                <a:off x="1825586" y="507457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1" name="pt40"/>
              <p:cNvSpPr/>
              <p:nvPr/>
            </p:nvSpPr>
            <p:spPr>
              <a:xfrm>
                <a:off x="2026379" y="515048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2" name="pt41"/>
              <p:cNvSpPr/>
              <p:nvPr/>
            </p:nvSpPr>
            <p:spPr>
              <a:xfrm>
                <a:off x="2227172" y="516946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3" name="pt42"/>
              <p:cNvSpPr/>
              <p:nvPr/>
            </p:nvSpPr>
            <p:spPr>
              <a:xfrm>
                <a:off x="2427965" y="517539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4" name="pt43"/>
              <p:cNvSpPr/>
              <p:nvPr/>
            </p:nvSpPr>
            <p:spPr>
              <a:xfrm>
                <a:off x="2628759" y="518488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5" name="pt44"/>
              <p:cNvSpPr/>
              <p:nvPr/>
            </p:nvSpPr>
            <p:spPr>
              <a:xfrm>
                <a:off x="2829552" y="518488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6" name="pt45"/>
              <p:cNvSpPr/>
              <p:nvPr/>
            </p:nvSpPr>
            <p:spPr>
              <a:xfrm>
                <a:off x="3030345" y="5180137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7" name="pt46"/>
              <p:cNvSpPr/>
              <p:nvPr/>
            </p:nvSpPr>
            <p:spPr>
              <a:xfrm>
                <a:off x="3231139" y="516116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8" name="pt47"/>
              <p:cNvSpPr/>
              <p:nvPr/>
            </p:nvSpPr>
            <p:spPr>
              <a:xfrm>
                <a:off x="3431932" y="511846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9" name="pt48"/>
              <p:cNvSpPr/>
              <p:nvPr/>
            </p:nvSpPr>
            <p:spPr>
              <a:xfrm>
                <a:off x="3632725" y="505323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0" name="pt49"/>
              <p:cNvSpPr/>
              <p:nvPr/>
            </p:nvSpPr>
            <p:spPr>
              <a:xfrm>
                <a:off x="3833518" y="500460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1" name="pt50"/>
              <p:cNvSpPr/>
              <p:nvPr/>
            </p:nvSpPr>
            <p:spPr>
              <a:xfrm>
                <a:off x="4034312" y="497258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2" name="pt51"/>
              <p:cNvSpPr/>
              <p:nvPr/>
            </p:nvSpPr>
            <p:spPr>
              <a:xfrm>
                <a:off x="4235105" y="496309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3" name="pt52"/>
              <p:cNvSpPr/>
              <p:nvPr/>
            </p:nvSpPr>
            <p:spPr>
              <a:xfrm>
                <a:off x="4435898" y="492751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4" name="pt53"/>
              <p:cNvSpPr/>
              <p:nvPr/>
            </p:nvSpPr>
            <p:spPr>
              <a:xfrm>
                <a:off x="4636692" y="490260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5" name="pt54"/>
              <p:cNvSpPr/>
              <p:nvPr/>
            </p:nvSpPr>
            <p:spPr>
              <a:xfrm>
                <a:off x="4837485" y="484211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6" name="pt55"/>
              <p:cNvSpPr/>
              <p:nvPr/>
            </p:nvSpPr>
            <p:spPr>
              <a:xfrm>
                <a:off x="5038278" y="478755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7" name="pt56"/>
              <p:cNvSpPr/>
              <p:nvPr/>
            </p:nvSpPr>
            <p:spPr>
              <a:xfrm>
                <a:off x="5239071" y="476027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8" name="pt57"/>
              <p:cNvSpPr/>
              <p:nvPr/>
            </p:nvSpPr>
            <p:spPr>
              <a:xfrm>
                <a:off x="1423999" y="313777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9" name="pt58"/>
              <p:cNvSpPr/>
              <p:nvPr/>
            </p:nvSpPr>
            <p:spPr>
              <a:xfrm>
                <a:off x="1624792" y="471283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0" name="pt59"/>
              <p:cNvSpPr/>
              <p:nvPr/>
            </p:nvSpPr>
            <p:spPr>
              <a:xfrm>
                <a:off x="1825586" y="507339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1" name="pt60"/>
              <p:cNvSpPr/>
              <p:nvPr/>
            </p:nvSpPr>
            <p:spPr>
              <a:xfrm>
                <a:off x="2026379" y="516590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2" name="pt61"/>
              <p:cNvSpPr/>
              <p:nvPr/>
            </p:nvSpPr>
            <p:spPr>
              <a:xfrm>
                <a:off x="2227172" y="516590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3" name="pt62"/>
              <p:cNvSpPr/>
              <p:nvPr/>
            </p:nvSpPr>
            <p:spPr>
              <a:xfrm>
                <a:off x="2427965" y="513388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4" name="pt63"/>
              <p:cNvSpPr/>
              <p:nvPr/>
            </p:nvSpPr>
            <p:spPr>
              <a:xfrm>
                <a:off x="2628759" y="511016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5" name="pt64"/>
              <p:cNvSpPr/>
              <p:nvPr/>
            </p:nvSpPr>
            <p:spPr>
              <a:xfrm>
                <a:off x="2829552" y="509118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6" name="pt65"/>
              <p:cNvSpPr/>
              <p:nvPr/>
            </p:nvSpPr>
            <p:spPr>
              <a:xfrm>
                <a:off x="3030345" y="508999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7" name="pt66"/>
              <p:cNvSpPr/>
              <p:nvPr/>
            </p:nvSpPr>
            <p:spPr>
              <a:xfrm>
                <a:off x="3231139" y="508644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8" name="pt67"/>
              <p:cNvSpPr/>
              <p:nvPr/>
            </p:nvSpPr>
            <p:spPr>
              <a:xfrm>
                <a:off x="3431932" y="505441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9" name="pt68"/>
              <p:cNvSpPr/>
              <p:nvPr/>
            </p:nvSpPr>
            <p:spPr>
              <a:xfrm>
                <a:off x="3632725" y="498444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0" name="pt69"/>
              <p:cNvSpPr/>
              <p:nvPr/>
            </p:nvSpPr>
            <p:spPr>
              <a:xfrm>
                <a:off x="3833518" y="491446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1" name="pt70"/>
              <p:cNvSpPr/>
              <p:nvPr/>
            </p:nvSpPr>
            <p:spPr>
              <a:xfrm>
                <a:off x="4034312" y="487888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2" name="pt71"/>
              <p:cNvSpPr/>
              <p:nvPr/>
            </p:nvSpPr>
            <p:spPr>
              <a:xfrm>
                <a:off x="4235105" y="486465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3" name="pt72"/>
              <p:cNvSpPr/>
              <p:nvPr/>
            </p:nvSpPr>
            <p:spPr>
              <a:xfrm>
                <a:off x="4435898" y="481483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4" name="pt73"/>
              <p:cNvSpPr/>
              <p:nvPr/>
            </p:nvSpPr>
            <p:spPr>
              <a:xfrm>
                <a:off x="4636692" y="478281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5" name="pt74"/>
              <p:cNvSpPr/>
              <p:nvPr/>
            </p:nvSpPr>
            <p:spPr>
              <a:xfrm>
                <a:off x="4837485" y="468437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6" name="pt75"/>
              <p:cNvSpPr/>
              <p:nvPr/>
            </p:nvSpPr>
            <p:spPr>
              <a:xfrm>
                <a:off x="5038278" y="460965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7" name="pt76"/>
              <p:cNvSpPr/>
              <p:nvPr/>
            </p:nvSpPr>
            <p:spPr>
              <a:xfrm>
                <a:off x="5239071" y="465709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8" name="pg77"/>
              <p:cNvSpPr/>
              <p:nvPr/>
            </p:nvSpPr>
            <p:spPr>
              <a:xfrm>
                <a:off x="1455600" y="2560852"/>
                <a:ext cx="3815072" cy="2723316"/>
              </a:xfrm>
              <a:custGeom>
                <a:avLst/>
                <a:gdLst/>
                <a:ahLst/>
                <a:cxnLst/>
                <a:pathLst>
                  <a:path w="3815072" h="2723316">
                    <a:moveTo>
                      <a:pt x="0" y="0"/>
                    </a:moveTo>
                    <a:lnTo>
                      <a:pt x="200793" y="1931845"/>
                    </a:lnTo>
                    <a:lnTo>
                      <a:pt x="401586" y="2359054"/>
                    </a:lnTo>
                    <a:lnTo>
                      <a:pt x="602379" y="2492158"/>
                    </a:lnTo>
                    <a:lnTo>
                      <a:pt x="803173" y="2529902"/>
                    </a:lnTo>
                    <a:lnTo>
                      <a:pt x="1003966" y="2545238"/>
                    </a:lnTo>
                    <a:lnTo>
                      <a:pt x="1204759" y="2565862"/>
                    </a:lnTo>
                    <a:lnTo>
                      <a:pt x="1405552" y="2571933"/>
                    </a:lnTo>
                    <a:lnTo>
                      <a:pt x="1606346" y="2565135"/>
                    </a:lnTo>
                    <a:lnTo>
                      <a:pt x="1807139" y="2534743"/>
                    </a:lnTo>
                    <a:lnTo>
                      <a:pt x="2007932" y="2465570"/>
                    </a:lnTo>
                    <a:lnTo>
                      <a:pt x="2208726" y="2360620"/>
                    </a:lnTo>
                    <a:lnTo>
                      <a:pt x="2409519" y="2266053"/>
                    </a:lnTo>
                    <a:lnTo>
                      <a:pt x="2610312" y="2232783"/>
                    </a:lnTo>
                    <a:lnTo>
                      <a:pt x="2811105" y="2208152"/>
                    </a:lnTo>
                    <a:lnTo>
                      <a:pt x="3011899" y="2193003"/>
                    </a:lnTo>
                    <a:lnTo>
                      <a:pt x="3212692" y="2120178"/>
                    </a:lnTo>
                    <a:lnTo>
                      <a:pt x="3413485" y="2046308"/>
                    </a:lnTo>
                    <a:lnTo>
                      <a:pt x="3614279" y="1842353"/>
                    </a:lnTo>
                    <a:lnTo>
                      <a:pt x="3815072" y="1541286"/>
                    </a:lnTo>
                    <a:lnTo>
                      <a:pt x="3815072" y="2723316"/>
                    </a:lnTo>
                    <a:lnTo>
                      <a:pt x="3614279" y="2604163"/>
                    </a:lnTo>
                    <a:lnTo>
                      <a:pt x="3413485" y="2555766"/>
                    </a:lnTo>
                    <a:lnTo>
                      <a:pt x="3212692" y="2574414"/>
                    </a:lnTo>
                    <a:lnTo>
                      <a:pt x="3011899" y="2567797"/>
                    </a:lnTo>
                    <a:lnTo>
                      <a:pt x="2811105" y="2588384"/>
                    </a:lnTo>
                    <a:lnTo>
                      <a:pt x="2610312" y="2591703"/>
                    </a:lnTo>
                    <a:lnTo>
                      <a:pt x="2409519" y="2613025"/>
                    </a:lnTo>
                    <a:lnTo>
                      <a:pt x="2208726" y="2637347"/>
                    </a:lnTo>
                    <a:lnTo>
                      <a:pt x="2007932" y="2673025"/>
                    </a:lnTo>
                    <a:lnTo>
                      <a:pt x="1807139" y="2691912"/>
                    </a:lnTo>
                    <a:lnTo>
                      <a:pt x="1606346" y="2702026"/>
                    </a:lnTo>
                    <a:lnTo>
                      <a:pt x="1405552" y="2705649"/>
                    </a:lnTo>
                    <a:lnTo>
                      <a:pt x="1204759" y="2707979"/>
                    </a:lnTo>
                    <a:lnTo>
                      <a:pt x="1003966" y="2703733"/>
                    </a:lnTo>
                    <a:lnTo>
                      <a:pt x="803173" y="2703034"/>
                    </a:lnTo>
                    <a:lnTo>
                      <a:pt x="602379" y="2696568"/>
                    </a:lnTo>
                    <a:lnTo>
                      <a:pt x="401586" y="2655399"/>
                    </a:lnTo>
                    <a:lnTo>
                      <a:pt x="200793" y="2526696"/>
                    </a:lnTo>
                    <a:lnTo>
                      <a:pt x="0" y="1874428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9" name="pl78"/>
              <p:cNvSpPr/>
              <p:nvPr/>
            </p:nvSpPr>
            <p:spPr>
              <a:xfrm>
                <a:off x="1455600" y="2560852"/>
                <a:ext cx="3815072" cy="2571933"/>
              </a:xfrm>
              <a:custGeom>
                <a:avLst/>
                <a:gdLst/>
                <a:ahLst/>
                <a:cxnLst/>
                <a:pathLst>
                  <a:path w="3815072" h="2571933">
                    <a:moveTo>
                      <a:pt x="0" y="0"/>
                    </a:moveTo>
                    <a:lnTo>
                      <a:pt x="200793" y="1931845"/>
                    </a:lnTo>
                    <a:lnTo>
                      <a:pt x="401586" y="2359054"/>
                    </a:lnTo>
                    <a:lnTo>
                      <a:pt x="602379" y="2492158"/>
                    </a:lnTo>
                    <a:lnTo>
                      <a:pt x="803173" y="2529902"/>
                    </a:lnTo>
                    <a:lnTo>
                      <a:pt x="1003966" y="2545238"/>
                    </a:lnTo>
                    <a:lnTo>
                      <a:pt x="1204759" y="2565862"/>
                    </a:lnTo>
                    <a:lnTo>
                      <a:pt x="1405552" y="2571933"/>
                    </a:lnTo>
                    <a:lnTo>
                      <a:pt x="1606346" y="2565135"/>
                    </a:lnTo>
                    <a:lnTo>
                      <a:pt x="1807139" y="2534743"/>
                    </a:lnTo>
                    <a:lnTo>
                      <a:pt x="2007932" y="2465570"/>
                    </a:lnTo>
                    <a:lnTo>
                      <a:pt x="2208726" y="2360620"/>
                    </a:lnTo>
                    <a:lnTo>
                      <a:pt x="2409519" y="2266053"/>
                    </a:lnTo>
                    <a:lnTo>
                      <a:pt x="2610312" y="2232783"/>
                    </a:lnTo>
                    <a:lnTo>
                      <a:pt x="2811105" y="2208152"/>
                    </a:lnTo>
                    <a:lnTo>
                      <a:pt x="3011899" y="2193003"/>
                    </a:lnTo>
                    <a:lnTo>
                      <a:pt x="3212692" y="2120178"/>
                    </a:lnTo>
                    <a:lnTo>
                      <a:pt x="3413485" y="2046308"/>
                    </a:lnTo>
                    <a:lnTo>
                      <a:pt x="3614279" y="1842353"/>
                    </a:lnTo>
                    <a:lnTo>
                      <a:pt x="3815072" y="1541286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0" name="pl79"/>
              <p:cNvSpPr/>
              <p:nvPr/>
            </p:nvSpPr>
            <p:spPr>
              <a:xfrm>
                <a:off x="1455600" y="4435281"/>
                <a:ext cx="3815072" cy="848888"/>
              </a:xfrm>
              <a:custGeom>
                <a:avLst/>
                <a:gdLst/>
                <a:ahLst/>
                <a:cxnLst/>
                <a:pathLst>
                  <a:path w="3815072" h="848888">
                    <a:moveTo>
                      <a:pt x="3815072" y="848888"/>
                    </a:moveTo>
                    <a:lnTo>
                      <a:pt x="3614279" y="729735"/>
                    </a:lnTo>
                    <a:lnTo>
                      <a:pt x="3413485" y="681338"/>
                    </a:lnTo>
                    <a:lnTo>
                      <a:pt x="3212692" y="699986"/>
                    </a:lnTo>
                    <a:lnTo>
                      <a:pt x="3011899" y="693369"/>
                    </a:lnTo>
                    <a:lnTo>
                      <a:pt x="2811105" y="713956"/>
                    </a:lnTo>
                    <a:lnTo>
                      <a:pt x="2610312" y="717274"/>
                    </a:lnTo>
                    <a:lnTo>
                      <a:pt x="2409519" y="738596"/>
                    </a:lnTo>
                    <a:lnTo>
                      <a:pt x="2208726" y="762919"/>
                    </a:lnTo>
                    <a:lnTo>
                      <a:pt x="2007932" y="798597"/>
                    </a:lnTo>
                    <a:lnTo>
                      <a:pt x="1807139" y="817484"/>
                    </a:lnTo>
                    <a:lnTo>
                      <a:pt x="1606346" y="827598"/>
                    </a:lnTo>
                    <a:lnTo>
                      <a:pt x="1405552" y="831221"/>
                    </a:lnTo>
                    <a:lnTo>
                      <a:pt x="1204759" y="833550"/>
                    </a:lnTo>
                    <a:lnTo>
                      <a:pt x="1003966" y="829304"/>
                    </a:lnTo>
                    <a:lnTo>
                      <a:pt x="803173" y="828605"/>
                    </a:lnTo>
                    <a:lnTo>
                      <a:pt x="602379" y="822140"/>
                    </a:lnTo>
                    <a:lnTo>
                      <a:pt x="401586" y="780971"/>
                    </a:lnTo>
                    <a:lnTo>
                      <a:pt x="200793" y="652268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1" name="pg80"/>
              <p:cNvSpPr/>
              <p:nvPr/>
            </p:nvSpPr>
            <p:spPr>
              <a:xfrm>
                <a:off x="1455600" y="1700685"/>
                <a:ext cx="3815072" cy="3578302"/>
              </a:xfrm>
              <a:custGeom>
                <a:avLst/>
                <a:gdLst/>
                <a:ahLst/>
                <a:cxnLst/>
                <a:pathLst>
                  <a:path w="3815072" h="3578302">
                    <a:moveTo>
                      <a:pt x="0" y="0"/>
                    </a:moveTo>
                    <a:lnTo>
                      <a:pt x="200793" y="2649494"/>
                    </a:lnTo>
                    <a:lnTo>
                      <a:pt x="401586" y="3236130"/>
                    </a:lnTo>
                    <a:lnTo>
                      <a:pt x="602379" y="3386905"/>
                    </a:lnTo>
                    <a:lnTo>
                      <a:pt x="803173" y="3383339"/>
                    </a:lnTo>
                    <a:lnTo>
                      <a:pt x="1003966" y="3330779"/>
                    </a:lnTo>
                    <a:lnTo>
                      <a:pt x="1204759" y="3287323"/>
                    </a:lnTo>
                    <a:lnTo>
                      <a:pt x="1405552" y="3253956"/>
                    </a:lnTo>
                    <a:lnTo>
                      <a:pt x="1606346" y="3259949"/>
                    </a:lnTo>
                    <a:lnTo>
                      <a:pt x="1807139" y="3263745"/>
                    </a:lnTo>
                    <a:lnTo>
                      <a:pt x="2007932" y="3212102"/>
                    </a:lnTo>
                    <a:lnTo>
                      <a:pt x="2208726" y="3105282"/>
                    </a:lnTo>
                    <a:lnTo>
                      <a:pt x="2409519" y="2979693"/>
                    </a:lnTo>
                    <a:lnTo>
                      <a:pt x="2610312" y="2929853"/>
                    </a:lnTo>
                    <a:lnTo>
                      <a:pt x="2811105" y="2929603"/>
                    </a:lnTo>
                    <a:lnTo>
                      <a:pt x="3011899" y="2844786"/>
                    </a:lnTo>
                    <a:lnTo>
                      <a:pt x="3212692" y="2780765"/>
                    </a:lnTo>
                    <a:lnTo>
                      <a:pt x="3413485" y="2635997"/>
                    </a:lnTo>
                    <a:lnTo>
                      <a:pt x="3614279" y="2430675"/>
                    </a:lnTo>
                    <a:lnTo>
                      <a:pt x="3815072" y="2227410"/>
                    </a:lnTo>
                    <a:lnTo>
                      <a:pt x="3815072" y="3578302"/>
                    </a:lnTo>
                    <a:lnTo>
                      <a:pt x="3614279" y="3410694"/>
                    </a:lnTo>
                    <a:lnTo>
                      <a:pt x="3413485" y="3346611"/>
                    </a:lnTo>
                    <a:lnTo>
                      <a:pt x="3212692" y="3373440"/>
                    </a:lnTo>
                    <a:lnTo>
                      <a:pt x="3011899" y="3371670"/>
                    </a:lnTo>
                    <a:lnTo>
                      <a:pt x="2811105" y="3389212"/>
                    </a:lnTo>
                    <a:lnTo>
                      <a:pt x="2610312" y="3402225"/>
                    </a:lnTo>
                    <a:lnTo>
                      <a:pt x="2409519" y="3434744"/>
                    </a:lnTo>
                    <a:lnTo>
                      <a:pt x="2208726" y="3462403"/>
                    </a:lnTo>
                    <a:lnTo>
                      <a:pt x="2007932" y="3501156"/>
                    </a:lnTo>
                    <a:lnTo>
                      <a:pt x="1807139" y="3515596"/>
                    </a:lnTo>
                    <a:lnTo>
                      <a:pt x="1606346" y="3518443"/>
                    </a:lnTo>
                    <a:lnTo>
                      <a:pt x="1405552" y="3519743"/>
                    </a:lnTo>
                    <a:lnTo>
                      <a:pt x="1204759" y="3533396"/>
                    </a:lnTo>
                    <a:lnTo>
                      <a:pt x="1003966" y="3549094"/>
                    </a:lnTo>
                    <a:lnTo>
                      <a:pt x="803173" y="3561151"/>
                    </a:lnTo>
                    <a:lnTo>
                      <a:pt x="602379" y="3560409"/>
                    </a:lnTo>
                    <a:lnTo>
                      <a:pt x="401586" y="3517270"/>
                    </a:lnTo>
                    <a:lnTo>
                      <a:pt x="200793" y="3333040"/>
                    </a:lnTo>
                    <a:lnTo>
                      <a:pt x="0" y="2474648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2" name="pl81"/>
              <p:cNvSpPr/>
              <p:nvPr/>
            </p:nvSpPr>
            <p:spPr>
              <a:xfrm>
                <a:off x="1455600" y="1700685"/>
                <a:ext cx="3815072" cy="3386905"/>
              </a:xfrm>
              <a:custGeom>
                <a:avLst/>
                <a:gdLst/>
                <a:ahLst/>
                <a:cxnLst/>
                <a:pathLst>
                  <a:path w="3815072" h="3386905">
                    <a:moveTo>
                      <a:pt x="0" y="0"/>
                    </a:moveTo>
                    <a:lnTo>
                      <a:pt x="200793" y="2649494"/>
                    </a:lnTo>
                    <a:lnTo>
                      <a:pt x="401586" y="3236130"/>
                    </a:lnTo>
                    <a:lnTo>
                      <a:pt x="602379" y="3386905"/>
                    </a:lnTo>
                    <a:lnTo>
                      <a:pt x="803173" y="3383339"/>
                    </a:lnTo>
                    <a:lnTo>
                      <a:pt x="1003966" y="3330779"/>
                    </a:lnTo>
                    <a:lnTo>
                      <a:pt x="1204759" y="3287323"/>
                    </a:lnTo>
                    <a:lnTo>
                      <a:pt x="1405552" y="3253956"/>
                    </a:lnTo>
                    <a:lnTo>
                      <a:pt x="1606346" y="3259949"/>
                    </a:lnTo>
                    <a:lnTo>
                      <a:pt x="1807139" y="3263745"/>
                    </a:lnTo>
                    <a:lnTo>
                      <a:pt x="2007932" y="3212102"/>
                    </a:lnTo>
                    <a:lnTo>
                      <a:pt x="2208726" y="3105282"/>
                    </a:lnTo>
                    <a:lnTo>
                      <a:pt x="2409519" y="2979693"/>
                    </a:lnTo>
                    <a:lnTo>
                      <a:pt x="2610312" y="2929853"/>
                    </a:lnTo>
                    <a:lnTo>
                      <a:pt x="2811105" y="2929603"/>
                    </a:lnTo>
                    <a:lnTo>
                      <a:pt x="3011899" y="2844786"/>
                    </a:lnTo>
                    <a:lnTo>
                      <a:pt x="3212692" y="2780765"/>
                    </a:lnTo>
                    <a:lnTo>
                      <a:pt x="3413485" y="2635997"/>
                    </a:lnTo>
                    <a:lnTo>
                      <a:pt x="3614279" y="2430675"/>
                    </a:lnTo>
                    <a:lnTo>
                      <a:pt x="3815072" y="222741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3" name="pl82"/>
              <p:cNvSpPr/>
              <p:nvPr/>
            </p:nvSpPr>
            <p:spPr>
              <a:xfrm>
                <a:off x="1455600" y="4175334"/>
                <a:ext cx="3815072" cy="1103654"/>
              </a:xfrm>
              <a:custGeom>
                <a:avLst/>
                <a:gdLst/>
                <a:ahLst/>
                <a:cxnLst/>
                <a:pathLst>
                  <a:path w="3815072" h="1103654">
                    <a:moveTo>
                      <a:pt x="3815072" y="1103654"/>
                    </a:moveTo>
                    <a:lnTo>
                      <a:pt x="3614279" y="936045"/>
                    </a:lnTo>
                    <a:lnTo>
                      <a:pt x="3413485" y="871962"/>
                    </a:lnTo>
                    <a:lnTo>
                      <a:pt x="3212692" y="898792"/>
                    </a:lnTo>
                    <a:lnTo>
                      <a:pt x="3011899" y="897021"/>
                    </a:lnTo>
                    <a:lnTo>
                      <a:pt x="2811105" y="914563"/>
                    </a:lnTo>
                    <a:lnTo>
                      <a:pt x="2610312" y="927577"/>
                    </a:lnTo>
                    <a:lnTo>
                      <a:pt x="2409519" y="960096"/>
                    </a:lnTo>
                    <a:lnTo>
                      <a:pt x="2208726" y="987754"/>
                    </a:lnTo>
                    <a:lnTo>
                      <a:pt x="2007932" y="1026507"/>
                    </a:lnTo>
                    <a:lnTo>
                      <a:pt x="1807139" y="1040947"/>
                    </a:lnTo>
                    <a:lnTo>
                      <a:pt x="1606346" y="1043794"/>
                    </a:lnTo>
                    <a:lnTo>
                      <a:pt x="1405552" y="1045094"/>
                    </a:lnTo>
                    <a:lnTo>
                      <a:pt x="1204759" y="1058747"/>
                    </a:lnTo>
                    <a:lnTo>
                      <a:pt x="1003966" y="1074445"/>
                    </a:lnTo>
                    <a:lnTo>
                      <a:pt x="803173" y="1086502"/>
                    </a:lnTo>
                    <a:lnTo>
                      <a:pt x="602379" y="1085760"/>
                    </a:lnTo>
                    <a:lnTo>
                      <a:pt x="401586" y="1042621"/>
                    </a:lnTo>
                    <a:lnTo>
                      <a:pt x="200793" y="858391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4" name="tx83"/>
              <p:cNvSpPr/>
              <p:nvPr/>
            </p:nvSpPr>
            <p:spPr>
              <a:xfrm>
                <a:off x="1210339" y="5270859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5" name="tx84"/>
              <p:cNvSpPr/>
              <p:nvPr/>
            </p:nvSpPr>
            <p:spPr>
              <a:xfrm>
                <a:off x="1148183" y="4084821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6" name="tx85"/>
              <p:cNvSpPr/>
              <p:nvPr/>
            </p:nvSpPr>
            <p:spPr>
              <a:xfrm>
                <a:off x="1148183" y="2898783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7" name="tx86"/>
              <p:cNvSpPr/>
              <p:nvPr/>
            </p:nvSpPr>
            <p:spPr>
              <a:xfrm>
                <a:off x="1148183" y="1712690"/>
                <a:ext cx="124311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8" name="pl87"/>
              <p:cNvSpPr/>
              <p:nvPr/>
            </p:nvSpPr>
            <p:spPr>
              <a:xfrm>
                <a:off x="1300330" y="5312551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9" name="pl88"/>
              <p:cNvSpPr/>
              <p:nvPr/>
            </p:nvSpPr>
            <p:spPr>
              <a:xfrm>
                <a:off x="1300330" y="4126513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0" name="pl89"/>
              <p:cNvSpPr/>
              <p:nvPr/>
            </p:nvSpPr>
            <p:spPr>
              <a:xfrm>
                <a:off x="1300330" y="2940474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1" name="pl90"/>
              <p:cNvSpPr/>
              <p:nvPr/>
            </p:nvSpPr>
            <p:spPr>
              <a:xfrm>
                <a:off x="1300330" y="1754436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2" name="pl91"/>
              <p:cNvSpPr/>
              <p:nvPr/>
            </p:nvSpPr>
            <p:spPr>
              <a:xfrm>
                <a:off x="145560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3" name="pl92"/>
              <p:cNvSpPr/>
              <p:nvPr/>
            </p:nvSpPr>
            <p:spPr>
              <a:xfrm>
                <a:off x="165639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4" name="pl93"/>
              <p:cNvSpPr/>
              <p:nvPr/>
            </p:nvSpPr>
            <p:spPr>
              <a:xfrm>
                <a:off x="185718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5" name="pl94"/>
              <p:cNvSpPr/>
              <p:nvPr/>
            </p:nvSpPr>
            <p:spPr>
              <a:xfrm>
                <a:off x="205798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6" name="pl95"/>
              <p:cNvSpPr/>
              <p:nvPr/>
            </p:nvSpPr>
            <p:spPr>
              <a:xfrm>
                <a:off x="225877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7" name="pl96"/>
              <p:cNvSpPr/>
              <p:nvPr/>
            </p:nvSpPr>
            <p:spPr>
              <a:xfrm>
                <a:off x="245956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8" name="pl97"/>
              <p:cNvSpPr/>
              <p:nvPr/>
            </p:nvSpPr>
            <p:spPr>
              <a:xfrm>
                <a:off x="266036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9" name="pl98"/>
              <p:cNvSpPr/>
              <p:nvPr/>
            </p:nvSpPr>
            <p:spPr>
              <a:xfrm>
                <a:off x="286115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0" name="pl99"/>
              <p:cNvSpPr/>
              <p:nvPr/>
            </p:nvSpPr>
            <p:spPr>
              <a:xfrm>
                <a:off x="306194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1" name="pl100"/>
              <p:cNvSpPr/>
              <p:nvPr/>
            </p:nvSpPr>
            <p:spPr>
              <a:xfrm>
                <a:off x="326274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2" name="pl101"/>
              <p:cNvSpPr/>
              <p:nvPr/>
            </p:nvSpPr>
            <p:spPr>
              <a:xfrm>
                <a:off x="346353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3" name="pl102"/>
              <p:cNvSpPr/>
              <p:nvPr/>
            </p:nvSpPr>
            <p:spPr>
              <a:xfrm>
                <a:off x="366432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4" name="pl103"/>
              <p:cNvSpPr/>
              <p:nvPr/>
            </p:nvSpPr>
            <p:spPr>
              <a:xfrm>
                <a:off x="386512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5" name="pl104"/>
              <p:cNvSpPr/>
              <p:nvPr/>
            </p:nvSpPr>
            <p:spPr>
              <a:xfrm>
                <a:off x="406591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6" name="pl105"/>
              <p:cNvSpPr/>
              <p:nvPr/>
            </p:nvSpPr>
            <p:spPr>
              <a:xfrm>
                <a:off x="426670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7" name="pl106"/>
              <p:cNvSpPr/>
              <p:nvPr/>
            </p:nvSpPr>
            <p:spPr>
              <a:xfrm>
                <a:off x="446749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8" name="pl107"/>
              <p:cNvSpPr/>
              <p:nvPr/>
            </p:nvSpPr>
            <p:spPr>
              <a:xfrm>
                <a:off x="466829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9" name="pl108"/>
              <p:cNvSpPr/>
              <p:nvPr/>
            </p:nvSpPr>
            <p:spPr>
              <a:xfrm>
                <a:off x="486908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0" name="pl109"/>
              <p:cNvSpPr/>
              <p:nvPr/>
            </p:nvSpPr>
            <p:spPr>
              <a:xfrm>
                <a:off x="506987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1" name="pl110"/>
              <p:cNvSpPr/>
              <p:nvPr/>
            </p:nvSpPr>
            <p:spPr>
              <a:xfrm>
                <a:off x="527067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2" name="tx111"/>
              <p:cNvSpPr/>
              <p:nvPr/>
            </p:nvSpPr>
            <p:spPr>
              <a:xfrm>
                <a:off x="1391889" y="6063223"/>
                <a:ext cx="127421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&lt;5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3" name="tx112"/>
              <p:cNvSpPr/>
              <p:nvPr/>
            </p:nvSpPr>
            <p:spPr>
              <a:xfrm>
                <a:off x="1575629" y="6061805"/>
                <a:ext cx="161528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5-9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4" name="tx113"/>
              <p:cNvSpPr/>
              <p:nvPr/>
            </p:nvSpPr>
            <p:spPr>
              <a:xfrm>
                <a:off x="171426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10-14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5" name="tx114"/>
              <p:cNvSpPr/>
              <p:nvPr/>
            </p:nvSpPr>
            <p:spPr>
              <a:xfrm>
                <a:off x="191506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15-19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6" name="tx115"/>
              <p:cNvSpPr/>
              <p:nvPr/>
            </p:nvSpPr>
            <p:spPr>
              <a:xfrm>
                <a:off x="211585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20-24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7" name="tx116"/>
              <p:cNvSpPr/>
              <p:nvPr/>
            </p:nvSpPr>
            <p:spPr>
              <a:xfrm>
                <a:off x="231664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25-29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8" name="tx117"/>
              <p:cNvSpPr/>
              <p:nvPr/>
            </p:nvSpPr>
            <p:spPr>
              <a:xfrm>
                <a:off x="2517440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30-34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9" name="tx118"/>
              <p:cNvSpPr/>
              <p:nvPr/>
            </p:nvSpPr>
            <p:spPr>
              <a:xfrm>
                <a:off x="2718234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35-39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tx119"/>
              <p:cNvSpPr/>
              <p:nvPr/>
            </p:nvSpPr>
            <p:spPr>
              <a:xfrm>
                <a:off x="291902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40-44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x120"/>
              <p:cNvSpPr/>
              <p:nvPr/>
            </p:nvSpPr>
            <p:spPr>
              <a:xfrm>
                <a:off x="311982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45-49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x121"/>
              <p:cNvSpPr/>
              <p:nvPr/>
            </p:nvSpPr>
            <p:spPr>
              <a:xfrm>
                <a:off x="332061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50-54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tx122"/>
              <p:cNvSpPr/>
              <p:nvPr/>
            </p:nvSpPr>
            <p:spPr>
              <a:xfrm>
                <a:off x="352140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55-59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tx123"/>
              <p:cNvSpPr/>
              <p:nvPr/>
            </p:nvSpPr>
            <p:spPr>
              <a:xfrm>
                <a:off x="372220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60-64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tx124"/>
              <p:cNvSpPr/>
              <p:nvPr/>
            </p:nvSpPr>
            <p:spPr>
              <a:xfrm>
                <a:off x="392299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65-69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tx125"/>
              <p:cNvSpPr/>
              <p:nvPr/>
            </p:nvSpPr>
            <p:spPr>
              <a:xfrm>
                <a:off x="412378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70-74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tx126"/>
              <p:cNvSpPr/>
              <p:nvPr/>
            </p:nvSpPr>
            <p:spPr>
              <a:xfrm>
                <a:off x="432458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75-79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tx127"/>
              <p:cNvSpPr/>
              <p:nvPr/>
            </p:nvSpPr>
            <p:spPr>
              <a:xfrm>
                <a:off x="452537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80-84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tx128"/>
              <p:cNvSpPr/>
              <p:nvPr/>
            </p:nvSpPr>
            <p:spPr>
              <a:xfrm>
                <a:off x="472616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85-89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tx129"/>
              <p:cNvSpPr/>
              <p:nvPr/>
            </p:nvSpPr>
            <p:spPr>
              <a:xfrm>
                <a:off x="492696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90-94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tx130"/>
              <p:cNvSpPr/>
              <p:nvPr/>
            </p:nvSpPr>
            <p:spPr>
              <a:xfrm>
                <a:off x="5175884" y="6061805"/>
                <a:ext cx="189577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95+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tx131"/>
              <p:cNvSpPr/>
              <p:nvPr/>
            </p:nvSpPr>
            <p:spPr>
              <a:xfrm>
                <a:off x="3238853" y="6172411"/>
                <a:ext cx="248567" cy="12939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Age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" name="tx132"/>
              <p:cNvSpPr/>
              <p:nvPr/>
            </p:nvSpPr>
            <p:spPr>
              <a:xfrm rot="-5400000">
                <a:off x="407214" y="3440756"/>
                <a:ext cx="1250205" cy="1033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The Rate of Deaths 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rc133"/>
              <p:cNvSpPr/>
              <p:nvPr/>
            </p:nvSpPr>
            <p:spPr>
              <a:xfrm>
                <a:off x="5530327" y="3103888"/>
                <a:ext cx="800883" cy="77707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5" name="tx134"/>
              <p:cNvSpPr/>
              <p:nvPr/>
            </p:nvSpPr>
            <p:spPr>
              <a:xfrm>
                <a:off x="5599916" y="3184766"/>
                <a:ext cx="240723" cy="1034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Sex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6" name="rc135"/>
              <p:cNvSpPr/>
              <p:nvPr/>
            </p:nvSpPr>
            <p:spPr>
              <a:xfrm>
                <a:off x="5599916" y="3372466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7" name="pl136"/>
              <p:cNvSpPr/>
              <p:nvPr/>
            </p:nvSpPr>
            <p:spPr>
              <a:xfrm>
                <a:off x="5621861" y="3482194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8" name="pt137"/>
              <p:cNvSpPr/>
              <p:nvPr/>
            </p:nvSpPr>
            <p:spPr>
              <a:xfrm>
                <a:off x="5678042" y="345059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9" name="rc138"/>
              <p:cNvSpPr/>
              <p:nvPr/>
            </p:nvSpPr>
            <p:spPr>
              <a:xfrm>
                <a:off x="5599916" y="3591922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40" name="pl139"/>
              <p:cNvSpPr/>
              <p:nvPr/>
            </p:nvSpPr>
            <p:spPr>
              <a:xfrm>
                <a:off x="5621861" y="3701650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1" name="pt140"/>
              <p:cNvSpPr/>
              <p:nvPr/>
            </p:nvSpPr>
            <p:spPr>
              <a:xfrm>
                <a:off x="5678042" y="36700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2" name="tx141"/>
              <p:cNvSpPr/>
              <p:nvPr/>
            </p:nvSpPr>
            <p:spPr>
              <a:xfrm>
                <a:off x="5888961" y="3440884"/>
                <a:ext cx="372660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Female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3" name="tx142"/>
              <p:cNvSpPr/>
              <p:nvPr/>
            </p:nvSpPr>
            <p:spPr>
              <a:xfrm>
                <a:off x="5888961" y="3660340"/>
                <a:ext cx="242237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44" name="文本框 143"/>
            <p:cNvSpPr txBox="1"/>
            <p:nvPr/>
          </p:nvSpPr>
          <p:spPr>
            <a:xfrm>
              <a:off x="5695" y="9596"/>
              <a:ext cx="157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Low </a:t>
              </a:r>
              <a:r>
                <a:rPr lang="en-US" altLang="zh-CN"/>
                <a:t>SDI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WPS 演示</Application>
  <PresentationFormat>Présentation à l'écran (4:3)</PresentationFormat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2025-06-13T10:50:41Z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A962EA176392484AA43CA47A9C48D9B7_12</vt:lpwstr>
  </property>
  <property fmtid="{D5CDD505-2E9C-101B-9397-08002B2CF9AE}" pid="3" name="KSOProductBuildVer">
    <vt:lpwstr>2052-12.1.0.21541</vt:lpwstr>
  </property>
</Properties>
</file>