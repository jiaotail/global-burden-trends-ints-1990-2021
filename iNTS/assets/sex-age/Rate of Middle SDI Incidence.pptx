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组合 144"/>
          <p:cNvGrpSpPr/>
          <p:nvPr/>
        </p:nvGrpSpPr>
        <p:grpSpPr>
          <a:xfrm>
            <a:off x="64770" y="103505"/>
            <a:ext cx="8912860" cy="6513830"/>
            <a:chOff x="102" y="163"/>
            <a:chExt cx="14036" cy="10258"/>
          </a:xfrm>
        </p:grpSpPr>
        <p:grpSp>
          <p:nvGrpSpPr>
            <p:cNvPr id="3" name="组合 2"/>
            <p:cNvGrpSpPr/>
            <p:nvPr/>
          </p:nvGrpSpPr>
          <p:grpSpPr>
            <a:xfrm>
              <a:off x="102" y="163"/>
              <a:ext cx="14036" cy="10259"/>
              <a:chOff x="914400" y="914400"/>
              <a:chExt cx="5486400" cy="5748057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74805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35124" y="983989"/>
                <a:ext cx="4056024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35124" y="5949070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35124" y="4833735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35124" y="3718401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35124" y="2603066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35124" y="1487732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35124" y="5391403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35124" y="4276068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35124" y="3160734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35124" y="2045399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45560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6563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85718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05798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2587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45956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66036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8611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0619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26274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46353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6643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86512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0659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26670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46749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6682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869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506987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52706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1455600" y="3287882"/>
                <a:ext cx="3815072" cy="1922836"/>
              </a:xfrm>
              <a:custGeom>
                <a:avLst/>
                <a:gdLst/>
                <a:ahLst/>
                <a:cxnLst/>
                <a:pathLst>
                  <a:path w="3815072" h="1922836">
                    <a:moveTo>
                      <a:pt x="0" y="0"/>
                    </a:moveTo>
                    <a:lnTo>
                      <a:pt x="200793" y="1200099"/>
                    </a:lnTo>
                    <a:lnTo>
                      <a:pt x="401586" y="1528008"/>
                    </a:lnTo>
                    <a:lnTo>
                      <a:pt x="602379" y="1668540"/>
                    </a:lnTo>
                    <a:lnTo>
                      <a:pt x="803173" y="1730999"/>
                    </a:lnTo>
                    <a:lnTo>
                      <a:pt x="1003966" y="1762228"/>
                    </a:lnTo>
                    <a:lnTo>
                      <a:pt x="1204759" y="1800149"/>
                    </a:lnTo>
                    <a:lnTo>
                      <a:pt x="1405552" y="1802380"/>
                    </a:lnTo>
                    <a:lnTo>
                      <a:pt x="1606346" y="1824687"/>
                    </a:lnTo>
                    <a:lnTo>
                      <a:pt x="1807139" y="1867069"/>
                    </a:lnTo>
                    <a:lnTo>
                      <a:pt x="2007932" y="1893838"/>
                    </a:lnTo>
                    <a:lnTo>
                      <a:pt x="2208726" y="1904991"/>
                    </a:lnTo>
                    <a:lnTo>
                      <a:pt x="2409519" y="1898299"/>
                    </a:lnTo>
                    <a:lnTo>
                      <a:pt x="2610312" y="1920606"/>
                    </a:lnTo>
                    <a:lnTo>
                      <a:pt x="2811105" y="1922836"/>
                    </a:lnTo>
                    <a:lnTo>
                      <a:pt x="3011899" y="1918375"/>
                    </a:lnTo>
                    <a:lnTo>
                      <a:pt x="3212692" y="1911683"/>
                    </a:lnTo>
                    <a:lnTo>
                      <a:pt x="3413485" y="1900530"/>
                    </a:lnTo>
                    <a:lnTo>
                      <a:pt x="3614279" y="1884915"/>
                    </a:lnTo>
                    <a:lnTo>
                      <a:pt x="3815072" y="1860377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1455600" y="2743598"/>
                <a:ext cx="3815072" cy="2455966"/>
              </a:xfrm>
              <a:custGeom>
                <a:avLst/>
                <a:gdLst/>
                <a:ahLst/>
                <a:cxnLst/>
                <a:pathLst>
                  <a:path w="3815072" h="2455966">
                    <a:moveTo>
                      <a:pt x="0" y="0"/>
                    </a:moveTo>
                    <a:lnTo>
                      <a:pt x="200793" y="1599389"/>
                    </a:lnTo>
                    <a:lnTo>
                      <a:pt x="401586" y="2007602"/>
                    </a:lnTo>
                    <a:lnTo>
                      <a:pt x="602379" y="2177132"/>
                    </a:lnTo>
                    <a:lnTo>
                      <a:pt x="803173" y="2248514"/>
                    </a:lnTo>
                    <a:lnTo>
                      <a:pt x="1003966" y="2290897"/>
                    </a:lnTo>
                    <a:lnTo>
                      <a:pt x="1204759" y="2331049"/>
                    </a:lnTo>
                    <a:lnTo>
                      <a:pt x="1405552" y="2326587"/>
                    </a:lnTo>
                    <a:lnTo>
                      <a:pt x="1606346" y="2342202"/>
                    </a:lnTo>
                    <a:lnTo>
                      <a:pt x="1807139" y="2391277"/>
                    </a:lnTo>
                    <a:lnTo>
                      <a:pt x="2007932" y="2426967"/>
                    </a:lnTo>
                    <a:lnTo>
                      <a:pt x="2208726" y="2442582"/>
                    </a:lnTo>
                    <a:lnTo>
                      <a:pt x="2409519" y="2435890"/>
                    </a:lnTo>
                    <a:lnTo>
                      <a:pt x="2610312" y="2455966"/>
                    </a:lnTo>
                    <a:lnTo>
                      <a:pt x="2811105" y="2451505"/>
                    </a:lnTo>
                    <a:lnTo>
                      <a:pt x="3011899" y="2442582"/>
                    </a:lnTo>
                    <a:lnTo>
                      <a:pt x="3212692" y="2426967"/>
                    </a:lnTo>
                    <a:lnTo>
                      <a:pt x="3413485" y="2402430"/>
                    </a:lnTo>
                    <a:lnTo>
                      <a:pt x="3614279" y="2351125"/>
                    </a:lnTo>
                    <a:lnTo>
                      <a:pt x="3815072" y="2284205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423999" y="32562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624792" y="44563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1825586" y="478428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026379" y="492482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227172" y="49872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427965" y="501850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628759" y="505643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829552" y="505866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030345" y="508096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231139" y="512335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431932" y="515011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632725" y="516127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833518" y="51545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034312" y="517688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235105" y="517911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435898" y="517465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636692" y="51679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837485" y="515681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5038278" y="514119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5239071" y="511665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423999" y="271199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624792" y="431138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1825586" y="471959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026379" y="488913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227172" y="496051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427965" y="500289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628759" y="50430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829552" y="503858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030345" y="505420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231139" y="510327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431932" y="513896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632725" y="515458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833518" y="51478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034312" y="51679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235105" y="51635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435898" y="515458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636692" y="513896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837485" y="511442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5038278" y="506312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5239071" y="49962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g77"/>
              <p:cNvSpPr/>
              <p:nvPr/>
            </p:nvSpPr>
            <p:spPr>
              <a:xfrm>
                <a:off x="1455600" y="2559269"/>
                <a:ext cx="3815072" cy="2724900"/>
              </a:xfrm>
              <a:custGeom>
                <a:avLst/>
                <a:gdLst/>
                <a:ahLst/>
                <a:cxnLst/>
                <a:pathLst>
                  <a:path w="3815072" h="2724900">
                    <a:moveTo>
                      <a:pt x="0" y="0"/>
                    </a:moveTo>
                    <a:lnTo>
                      <a:pt x="200793" y="1496266"/>
                    </a:lnTo>
                    <a:lnTo>
                      <a:pt x="401586" y="1940794"/>
                    </a:lnTo>
                    <a:lnTo>
                      <a:pt x="602379" y="2179774"/>
                    </a:lnTo>
                    <a:lnTo>
                      <a:pt x="803173" y="2268370"/>
                    </a:lnTo>
                    <a:lnTo>
                      <a:pt x="1003966" y="2317454"/>
                    </a:lnTo>
                    <a:lnTo>
                      <a:pt x="1204759" y="2380324"/>
                    </a:lnTo>
                    <a:lnTo>
                      <a:pt x="1405552" y="2390115"/>
                    </a:lnTo>
                    <a:lnTo>
                      <a:pt x="1606346" y="2430389"/>
                    </a:lnTo>
                    <a:lnTo>
                      <a:pt x="1807139" y="2474730"/>
                    </a:lnTo>
                    <a:lnTo>
                      <a:pt x="2007932" y="2512893"/>
                    </a:lnTo>
                    <a:lnTo>
                      <a:pt x="2208726" y="2532541"/>
                    </a:lnTo>
                    <a:lnTo>
                      <a:pt x="2409519" y="2519302"/>
                    </a:lnTo>
                    <a:lnTo>
                      <a:pt x="2610312" y="2547390"/>
                    </a:lnTo>
                    <a:lnTo>
                      <a:pt x="2811105" y="2546323"/>
                    </a:lnTo>
                    <a:lnTo>
                      <a:pt x="3011899" y="2551342"/>
                    </a:lnTo>
                    <a:lnTo>
                      <a:pt x="3212692" y="2533991"/>
                    </a:lnTo>
                    <a:lnTo>
                      <a:pt x="3413485" y="2541153"/>
                    </a:lnTo>
                    <a:lnTo>
                      <a:pt x="3614279" y="2501452"/>
                    </a:lnTo>
                    <a:lnTo>
                      <a:pt x="3815072" y="2440020"/>
                    </a:lnTo>
                    <a:lnTo>
                      <a:pt x="3815072" y="2692257"/>
                    </a:lnTo>
                    <a:lnTo>
                      <a:pt x="3614279" y="2692332"/>
                    </a:lnTo>
                    <a:lnTo>
                      <a:pt x="3413485" y="2697397"/>
                    </a:lnTo>
                    <a:lnTo>
                      <a:pt x="3212692" y="2716292"/>
                    </a:lnTo>
                    <a:lnTo>
                      <a:pt x="3011899" y="2714202"/>
                    </a:lnTo>
                    <a:lnTo>
                      <a:pt x="2811105" y="2723223"/>
                    </a:lnTo>
                    <a:lnTo>
                      <a:pt x="2610312" y="2724900"/>
                    </a:lnTo>
                    <a:lnTo>
                      <a:pt x="2409519" y="2713354"/>
                    </a:lnTo>
                    <a:lnTo>
                      <a:pt x="2208726" y="2715848"/>
                    </a:lnTo>
                    <a:lnTo>
                      <a:pt x="2007932" y="2700407"/>
                    </a:lnTo>
                    <a:lnTo>
                      <a:pt x="1807139" y="2684439"/>
                    </a:lnTo>
                    <a:lnTo>
                      <a:pt x="1606346" y="2660914"/>
                    </a:lnTo>
                    <a:lnTo>
                      <a:pt x="1405552" y="2644282"/>
                    </a:lnTo>
                    <a:lnTo>
                      <a:pt x="1204759" y="2638897"/>
                    </a:lnTo>
                    <a:lnTo>
                      <a:pt x="1003966" y="2607130"/>
                    </a:lnTo>
                    <a:lnTo>
                      <a:pt x="803173" y="2597751"/>
                    </a:lnTo>
                    <a:lnTo>
                      <a:pt x="602379" y="2563825"/>
                    </a:lnTo>
                    <a:lnTo>
                      <a:pt x="401586" y="2482180"/>
                    </a:lnTo>
                    <a:lnTo>
                      <a:pt x="200793" y="2262613"/>
                    </a:lnTo>
                    <a:lnTo>
                      <a:pt x="0" y="1282686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9" name="pl78"/>
              <p:cNvSpPr/>
              <p:nvPr/>
            </p:nvSpPr>
            <p:spPr>
              <a:xfrm>
                <a:off x="1455600" y="2559269"/>
                <a:ext cx="3815072" cy="2551342"/>
              </a:xfrm>
              <a:custGeom>
                <a:avLst/>
                <a:gdLst/>
                <a:ahLst/>
                <a:cxnLst/>
                <a:pathLst>
                  <a:path w="3815072" h="2551342">
                    <a:moveTo>
                      <a:pt x="0" y="0"/>
                    </a:moveTo>
                    <a:lnTo>
                      <a:pt x="200793" y="1496266"/>
                    </a:lnTo>
                    <a:lnTo>
                      <a:pt x="401586" y="1940794"/>
                    </a:lnTo>
                    <a:lnTo>
                      <a:pt x="602379" y="2179774"/>
                    </a:lnTo>
                    <a:lnTo>
                      <a:pt x="803173" y="2268370"/>
                    </a:lnTo>
                    <a:lnTo>
                      <a:pt x="1003966" y="2317454"/>
                    </a:lnTo>
                    <a:lnTo>
                      <a:pt x="1204759" y="2380324"/>
                    </a:lnTo>
                    <a:lnTo>
                      <a:pt x="1405552" y="2390115"/>
                    </a:lnTo>
                    <a:lnTo>
                      <a:pt x="1606346" y="2430389"/>
                    </a:lnTo>
                    <a:lnTo>
                      <a:pt x="1807139" y="2474730"/>
                    </a:lnTo>
                    <a:lnTo>
                      <a:pt x="2007932" y="2512893"/>
                    </a:lnTo>
                    <a:lnTo>
                      <a:pt x="2208726" y="2532541"/>
                    </a:lnTo>
                    <a:lnTo>
                      <a:pt x="2409519" y="2519302"/>
                    </a:lnTo>
                    <a:lnTo>
                      <a:pt x="2610312" y="2547390"/>
                    </a:lnTo>
                    <a:lnTo>
                      <a:pt x="2811105" y="2546323"/>
                    </a:lnTo>
                    <a:lnTo>
                      <a:pt x="3011899" y="2551342"/>
                    </a:lnTo>
                    <a:lnTo>
                      <a:pt x="3212692" y="2533991"/>
                    </a:lnTo>
                    <a:lnTo>
                      <a:pt x="3413485" y="2541153"/>
                    </a:lnTo>
                    <a:lnTo>
                      <a:pt x="3614279" y="2501452"/>
                    </a:lnTo>
                    <a:lnTo>
                      <a:pt x="3815072" y="244002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455600" y="3841956"/>
                <a:ext cx="3815072" cy="1442213"/>
              </a:xfrm>
              <a:custGeom>
                <a:avLst/>
                <a:gdLst/>
                <a:ahLst/>
                <a:cxnLst/>
                <a:pathLst>
                  <a:path w="3815072" h="1442213">
                    <a:moveTo>
                      <a:pt x="3815072" y="1409570"/>
                    </a:moveTo>
                    <a:lnTo>
                      <a:pt x="3614279" y="1409645"/>
                    </a:lnTo>
                    <a:lnTo>
                      <a:pt x="3413485" y="1414710"/>
                    </a:lnTo>
                    <a:lnTo>
                      <a:pt x="3212692" y="1433605"/>
                    </a:lnTo>
                    <a:lnTo>
                      <a:pt x="3011899" y="1431515"/>
                    </a:lnTo>
                    <a:lnTo>
                      <a:pt x="2811105" y="1440536"/>
                    </a:lnTo>
                    <a:lnTo>
                      <a:pt x="2610312" y="1442213"/>
                    </a:lnTo>
                    <a:lnTo>
                      <a:pt x="2409519" y="1430667"/>
                    </a:lnTo>
                    <a:lnTo>
                      <a:pt x="2208726" y="1433162"/>
                    </a:lnTo>
                    <a:lnTo>
                      <a:pt x="2007932" y="1417720"/>
                    </a:lnTo>
                    <a:lnTo>
                      <a:pt x="1807139" y="1401752"/>
                    </a:lnTo>
                    <a:lnTo>
                      <a:pt x="1606346" y="1378227"/>
                    </a:lnTo>
                    <a:lnTo>
                      <a:pt x="1405552" y="1361595"/>
                    </a:lnTo>
                    <a:lnTo>
                      <a:pt x="1204759" y="1356210"/>
                    </a:lnTo>
                    <a:lnTo>
                      <a:pt x="1003966" y="1324443"/>
                    </a:lnTo>
                    <a:lnTo>
                      <a:pt x="803173" y="1315064"/>
                    </a:lnTo>
                    <a:lnTo>
                      <a:pt x="602379" y="1281138"/>
                    </a:lnTo>
                    <a:lnTo>
                      <a:pt x="401586" y="1199493"/>
                    </a:lnTo>
                    <a:lnTo>
                      <a:pt x="200793" y="979927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455600" y="1700685"/>
                <a:ext cx="3815072" cy="3578170"/>
              </a:xfrm>
              <a:custGeom>
                <a:avLst/>
                <a:gdLst/>
                <a:ahLst/>
                <a:cxnLst/>
                <a:pathLst>
                  <a:path w="3815072" h="3578170">
                    <a:moveTo>
                      <a:pt x="0" y="0"/>
                    </a:moveTo>
                    <a:lnTo>
                      <a:pt x="200793" y="2155626"/>
                    </a:lnTo>
                    <a:lnTo>
                      <a:pt x="401586" y="2703974"/>
                    </a:lnTo>
                    <a:lnTo>
                      <a:pt x="602379" y="2988082"/>
                    </a:lnTo>
                    <a:lnTo>
                      <a:pt x="803173" y="3100589"/>
                    </a:lnTo>
                    <a:lnTo>
                      <a:pt x="1003966" y="3159292"/>
                    </a:lnTo>
                    <a:lnTo>
                      <a:pt x="1204759" y="3218050"/>
                    </a:lnTo>
                    <a:lnTo>
                      <a:pt x="1405552" y="3224064"/>
                    </a:lnTo>
                    <a:lnTo>
                      <a:pt x="1606346" y="3254894"/>
                    </a:lnTo>
                    <a:lnTo>
                      <a:pt x="1807139" y="3309818"/>
                    </a:lnTo>
                    <a:lnTo>
                      <a:pt x="2007932" y="3355222"/>
                    </a:lnTo>
                    <a:lnTo>
                      <a:pt x="2208726" y="3383453"/>
                    </a:lnTo>
                    <a:lnTo>
                      <a:pt x="2409519" y="3370840"/>
                    </a:lnTo>
                    <a:lnTo>
                      <a:pt x="2610312" y="3395889"/>
                    </a:lnTo>
                    <a:lnTo>
                      <a:pt x="2811105" y="3383751"/>
                    </a:lnTo>
                    <a:lnTo>
                      <a:pt x="3011899" y="3382049"/>
                    </a:lnTo>
                    <a:lnTo>
                      <a:pt x="3212692" y="3359778"/>
                    </a:lnTo>
                    <a:lnTo>
                      <a:pt x="3413485" y="3345015"/>
                    </a:lnTo>
                    <a:lnTo>
                      <a:pt x="3614279" y="3274165"/>
                    </a:lnTo>
                    <a:lnTo>
                      <a:pt x="3815072" y="3147757"/>
                    </a:lnTo>
                    <a:lnTo>
                      <a:pt x="3815072" y="3459832"/>
                    </a:lnTo>
                    <a:lnTo>
                      <a:pt x="3614279" y="3486140"/>
                    </a:lnTo>
                    <a:lnTo>
                      <a:pt x="3413485" y="3519252"/>
                    </a:lnTo>
                    <a:lnTo>
                      <a:pt x="3212692" y="3551325"/>
                    </a:lnTo>
                    <a:lnTo>
                      <a:pt x="3011899" y="3558428"/>
                    </a:lnTo>
                    <a:lnTo>
                      <a:pt x="2811105" y="3570802"/>
                    </a:lnTo>
                    <a:lnTo>
                      <a:pt x="2610312" y="3578170"/>
                    </a:lnTo>
                    <a:lnTo>
                      <a:pt x="2409519" y="3567144"/>
                    </a:lnTo>
                    <a:lnTo>
                      <a:pt x="2208726" y="3568892"/>
                    </a:lnTo>
                    <a:lnTo>
                      <a:pt x="2007932" y="3549916"/>
                    </a:lnTo>
                    <a:lnTo>
                      <a:pt x="1807139" y="3530793"/>
                    </a:lnTo>
                    <a:lnTo>
                      <a:pt x="1606346" y="3499202"/>
                    </a:lnTo>
                    <a:lnTo>
                      <a:pt x="1405552" y="3489782"/>
                    </a:lnTo>
                    <a:lnTo>
                      <a:pt x="1204759" y="3488258"/>
                    </a:lnTo>
                    <a:lnTo>
                      <a:pt x="1003966" y="3455395"/>
                    </a:lnTo>
                    <a:lnTo>
                      <a:pt x="803173" y="3430808"/>
                    </a:lnTo>
                    <a:lnTo>
                      <a:pt x="602379" y="3396881"/>
                    </a:lnTo>
                    <a:lnTo>
                      <a:pt x="401586" y="3294794"/>
                    </a:lnTo>
                    <a:lnTo>
                      <a:pt x="200793" y="3038208"/>
                    </a:lnTo>
                    <a:lnTo>
                      <a:pt x="0" y="1775725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55600" y="1700685"/>
                <a:ext cx="3815072" cy="3395889"/>
              </a:xfrm>
              <a:custGeom>
                <a:avLst/>
                <a:gdLst/>
                <a:ahLst/>
                <a:cxnLst/>
                <a:pathLst>
                  <a:path w="3815072" h="3395889">
                    <a:moveTo>
                      <a:pt x="0" y="0"/>
                    </a:moveTo>
                    <a:lnTo>
                      <a:pt x="200793" y="2155626"/>
                    </a:lnTo>
                    <a:lnTo>
                      <a:pt x="401586" y="2703974"/>
                    </a:lnTo>
                    <a:lnTo>
                      <a:pt x="602379" y="2988082"/>
                    </a:lnTo>
                    <a:lnTo>
                      <a:pt x="803173" y="3100589"/>
                    </a:lnTo>
                    <a:lnTo>
                      <a:pt x="1003966" y="3159292"/>
                    </a:lnTo>
                    <a:lnTo>
                      <a:pt x="1204759" y="3218050"/>
                    </a:lnTo>
                    <a:lnTo>
                      <a:pt x="1405552" y="3224064"/>
                    </a:lnTo>
                    <a:lnTo>
                      <a:pt x="1606346" y="3254894"/>
                    </a:lnTo>
                    <a:lnTo>
                      <a:pt x="1807139" y="3309818"/>
                    </a:lnTo>
                    <a:lnTo>
                      <a:pt x="2007932" y="3355222"/>
                    </a:lnTo>
                    <a:lnTo>
                      <a:pt x="2208726" y="3383453"/>
                    </a:lnTo>
                    <a:lnTo>
                      <a:pt x="2409519" y="3370840"/>
                    </a:lnTo>
                    <a:lnTo>
                      <a:pt x="2610312" y="3395889"/>
                    </a:lnTo>
                    <a:lnTo>
                      <a:pt x="2811105" y="3383751"/>
                    </a:lnTo>
                    <a:lnTo>
                      <a:pt x="3011899" y="3382049"/>
                    </a:lnTo>
                    <a:lnTo>
                      <a:pt x="3212692" y="3359778"/>
                    </a:lnTo>
                    <a:lnTo>
                      <a:pt x="3413485" y="3345015"/>
                    </a:lnTo>
                    <a:lnTo>
                      <a:pt x="3614279" y="3274165"/>
                    </a:lnTo>
                    <a:lnTo>
                      <a:pt x="3815072" y="3147757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455600" y="3476411"/>
                <a:ext cx="3815072" cy="1802444"/>
              </a:xfrm>
              <a:custGeom>
                <a:avLst/>
                <a:gdLst/>
                <a:ahLst/>
                <a:cxnLst/>
                <a:pathLst>
                  <a:path w="3815072" h="1802444">
                    <a:moveTo>
                      <a:pt x="3815072" y="1684106"/>
                    </a:moveTo>
                    <a:lnTo>
                      <a:pt x="3614279" y="1710415"/>
                    </a:lnTo>
                    <a:lnTo>
                      <a:pt x="3413485" y="1743527"/>
                    </a:lnTo>
                    <a:lnTo>
                      <a:pt x="3212692" y="1775599"/>
                    </a:lnTo>
                    <a:lnTo>
                      <a:pt x="3011899" y="1782702"/>
                    </a:lnTo>
                    <a:lnTo>
                      <a:pt x="2811105" y="1795076"/>
                    </a:lnTo>
                    <a:lnTo>
                      <a:pt x="2610312" y="1802444"/>
                    </a:lnTo>
                    <a:lnTo>
                      <a:pt x="2409519" y="1791418"/>
                    </a:lnTo>
                    <a:lnTo>
                      <a:pt x="2208726" y="1793166"/>
                    </a:lnTo>
                    <a:lnTo>
                      <a:pt x="2007932" y="1774191"/>
                    </a:lnTo>
                    <a:lnTo>
                      <a:pt x="1807139" y="1755068"/>
                    </a:lnTo>
                    <a:lnTo>
                      <a:pt x="1606346" y="1723476"/>
                    </a:lnTo>
                    <a:lnTo>
                      <a:pt x="1405552" y="1714057"/>
                    </a:lnTo>
                    <a:lnTo>
                      <a:pt x="1204759" y="1712532"/>
                    </a:lnTo>
                    <a:lnTo>
                      <a:pt x="1003966" y="1679670"/>
                    </a:lnTo>
                    <a:lnTo>
                      <a:pt x="803173" y="1655082"/>
                    </a:lnTo>
                    <a:lnTo>
                      <a:pt x="602379" y="1621156"/>
                    </a:lnTo>
                    <a:lnTo>
                      <a:pt x="401586" y="1519069"/>
                    </a:lnTo>
                    <a:lnTo>
                      <a:pt x="200793" y="1262483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tx83"/>
              <p:cNvSpPr/>
              <p:nvPr/>
            </p:nvSpPr>
            <p:spPr>
              <a:xfrm>
                <a:off x="1210339" y="5349711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210339" y="4235795"/>
                <a:ext cx="62155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tx85"/>
              <p:cNvSpPr/>
              <p:nvPr/>
            </p:nvSpPr>
            <p:spPr>
              <a:xfrm>
                <a:off x="1148183" y="3119042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tx86"/>
              <p:cNvSpPr/>
              <p:nvPr/>
            </p:nvSpPr>
            <p:spPr>
              <a:xfrm>
                <a:off x="1148183" y="2003707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pl87"/>
              <p:cNvSpPr/>
              <p:nvPr/>
            </p:nvSpPr>
            <p:spPr>
              <a:xfrm>
                <a:off x="1300330" y="539140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00330" y="427606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300330" y="316073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300330" y="2045399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45560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6563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85718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05798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2587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45956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266036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28611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0619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26274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46353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36643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386512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0659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26670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46749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46682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4869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506987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52706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tx111"/>
              <p:cNvSpPr/>
              <p:nvPr/>
            </p:nvSpPr>
            <p:spPr>
              <a:xfrm>
                <a:off x="1391889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575629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171426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19150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11585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31664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517440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2718234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291902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11982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32061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5214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372220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392299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12378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32458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52537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4726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49269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5175884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3238853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tx134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rc135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7" name="pl136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8" name="pt137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rc138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0" name="pl139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1" name="pt140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2" name="tx141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3" name="tx142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4" name="文本框 143"/>
            <p:cNvSpPr txBox="1"/>
            <p:nvPr/>
          </p:nvSpPr>
          <p:spPr>
            <a:xfrm>
              <a:off x="5436" y="9794"/>
              <a:ext cx="221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Middle 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9AC4DF7F509B4671ADE604DADF25092D_12</vt:lpwstr>
  </property>
  <property fmtid="{D5CDD505-2E9C-101B-9397-08002B2CF9AE}" pid="3" name="KSOProductBuildVer">
    <vt:lpwstr>2052-12.1.0.21171</vt:lpwstr>
  </property>
</Properties>
</file>