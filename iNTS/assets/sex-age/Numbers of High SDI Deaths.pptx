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496652" y="983989"/>
              <a:ext cx="3894496" cy="5016877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36897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369121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001344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633567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265791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4898014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496652" y="585185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496652" y="560349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496652" y="535512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496652" y="510676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496652" y="485840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496652" y="461004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496652" y="436168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496652" y="411332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496652" y="386496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496652" y="361660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496652" y="336824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496652" y="311988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496652" y="287152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496652" y="262316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496652" y="237480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496652" y="212644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496652" y="187808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496652" y="162972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496652" y="138136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1496652" y="113300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2053009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2685232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17456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3949679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4581903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5214126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2938122" y="5740088"/>
              <a:ext cx="37933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3064566" y="5491728"/>
              <a:ext cx="25288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3064566" y="5243367"/>
              <a:ext cx="25288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3064566" y="4995007"/>
              <a:ext cx="25288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3064566" y="4746647"/>
              <a:ext cx="25288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3064566" y="4498286"/>
              <a:ext cx="25288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3064566" y="4249926"/>
              <a:ext cx="25288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3064566" y="4001566"/>
              <a:ext cx="25288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2938122" y="3753206"/>
              <a:ext cx="37933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2938122" y="3504845"/>
              <a:ext cx="37933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2811677" y="3256485"/>
              <a:ext cx="50577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2685232" y="3008125"/>
              <a:ext cx="63222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2432343" y="2759764"/>
              <a:ext cx="88511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2179454" y="2511404"/>
              <a:ext cx="113800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2179454" y="2263044"/>
              <a:ext cx="113800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2179454" y="2014684"/>
              <a:ext cx="113800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2053009" y="1766323"/>
              <a:ext cx="126444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2179454" y="1517963"/>
              <a:ext cx="113800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6"/>
            <p:cNvSpPr/>
            <p:nvPr/>
          </p:nvSpPr>
          <p:spPr>
            <a:xfrm>
              <a:off x="2305898" y="1269603"/>
              <a:ext cx="101155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2811677" y="1021243"/>
              <a:ext cx="50577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3317456" y="5740088"/>
              <a:ext cx="63222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59"/>
            <p:cNvSpPr/>
            <p:nvPr/>
          </p:nvSpPr>
          <p:spPr>
            <a:xfrm>
              <a:off x="3317456" y="5491728"/>
              <a:ext cx="37933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3317456" y="5243367"/>
              <a:ext cx="252889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3317456" y="4995007"/>
              <a:ext cx="252889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2"/>
            <p:cNvSpPr/>
            <p:nvPr/>
          </p:nvSpPr>
          <p:spPr>
            <a:xfrm>
              <a:off x="3317456" y="4746647"/>
              <a:ext cx="37933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3317456" y="4498286"/>
              <a:ext cx="37933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3317456" y="4249926"/>
              <a:ext cx="37933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3317456" y="4001566"/>
              <a:ext cx="37933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3317456" y="3753206"/>
              <a:ext cx="50577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3317456" y="3504845"/>
              <a:ext cx="50577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3317456" y="3256485"/>
              <a:ext cx="63222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3317456" y="3008125"/>
              <a:ext cx="88511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3317456" y="2759764"/>
              <a:ext cx="126444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3317456" y="2511404"/>
              <a:ext cx="151733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2"/>
            <p:cNvSpPr/>
            <p:nvPr/>
          </p:nvSpPr>
          <p:spPr>
            <a:xfrm>
              <a:off x="3317456" y="2263044"/>
              <a:ext cx="151733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3"/>
            <p:cNvSpPr/>
            <p:nvPr/>
          </p:nvSpPr>
          <p:spPr>
            <a:xfrm>
              <a:off x="3317456" y="2014684"/>
              <a:ext cx="1390891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4"/>
            <p:cNvSpPr/>
            <p:nvPr/>
          </p:nvSpPr>
          <p:spPr>
            <a:xfrm>
              <a:off x="3317456" y="1766323"/>
              <a:ext cx="1390891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5"/>
            <p:cNvSpPr/>
            <p:nvPr/>
          </p:nvSpPr>
          <p:spPr>
            <a:xfrm>
              <a:off x="3317456" y="1517963"/>
              <a:ext cx="126444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6"/>
            <p:cNvSpPr/>
            <p:nvPr/>
          </p:nvSpPr>
          <p:spPr>
            <a:xfrm>
              <a:off x="3317456" y="1269603"/>
              <a:ext cx="88511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7"/>
            <p:cNvSpPr/>
            <p:nvPr/>
          </p:nvSpPr>
          <p:spPr>
            <a:xfrm>
              <a:off x="3317456" y="1021243"/>
              <a:ext cx="37933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tx78"/>
            <p:cNvSpPr/>
            <p:nvPr/>
          </p:nvSpPr>
          <p:spPr>
            <a:xfrm>
              <a:off x="2852350" y="5799479"/>
              <a:ext cx="7797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0" name="tx79"/>
            <p:cNvSpPr/>
            <p:nvPr/>
          </p:nvSpPr>
          <p:spPr>
            <a:xfrm>
              <a:off x="2978794" y="5552899"/>
              <a:ext cx="7797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1" name="tx80"/>
            <p:cNvSpPr/>
            <p:nvPr/>
          </p:nvSpPr>
          <p:spPr>
            <a:xfrm>
              <a:off x="2978794" y="5304538"/>
              <a:ext cx="7797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" name="tx81"/>
            <p:cNvSpPr/>
            <p:nvPr/>
          </p:nvSpPr>
          <p:spPr>
            <a:xfrm>
              <a:off x="2978794" y="5056178"/>
              <a:ext cx="7797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3" name="tx82"/>
            <p:cNvSpPr/>
            <p:nvPr/>
          </p:nvSpPr>
          <p:spPr>
            <a:xfrm>
              <a:off x="2978794" y="4807818"/>
              <a:ext cx="7797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4" name="tx83"/>
            <p:cNvSpPr/>
            <p:nvPr/>
          </p:nvSpPr>
          <p:spPr>
            <a:xfrm>
              <a:off x="2978794" y="4559457"/>
              <a:ext cx="7797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5" name="tx84"/>
            <p:cNvSpPr/>
            <p:nvPr/>
          </p:nvSpPr>
          <p:spPr>
            <a:xfrm>
              <a:off x="2978794" y="4311097"/>
              <a:ext cx="7797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6" name="tx85"/>
            <p:cNvSpPr/>
            <p:nvPr/>
          </p:nvSpPr>
          <p:spPr>
            <a:xfrm>
              <a:off x="2978794" y="4062737"/>
              <a:ext cx="7797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7" name="tx86"/>
            <p:cNvSpPr/>
            <p:nvPr/>
          </p:nvSpPr>
          <p:spPr>
            <a:xfrm>
              <a:off x="2852350" y="3812597"/>
              <a:ext cx="7797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8" name="tx87"/>
            <p:cNvSpPr/>
            <p:nvPr/>
          </p:nvSpPr>
          <p:spPr>
            <a:xfrm>
              <a:off x="2852350" y="3564236"/>
              <a:ext cx="7797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9" name="tx88"/>
            <p:cNvSpPr/>
            <p:nvPr/>
          </p:nvSpPr>
          <p:spPr>
            <a:xfrm>
              <a:off x="2725905" y="3318067"/>
              <a:ext cx="77974" cy="1003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0" name="tx89"/>
            <p:cNvSpPr/>
            <p:nvPr/>
          </p:nvSpPr>
          <p:spPr>
            <a:xfrm>
              <a:off x="2599460" y="3069364"/>
              <a:ext cx="77974" cy="1007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1" name="tx90"/>
            <p:cNvSpPr/>
            <p:nvPr/>
          </p:nvSpPr>
          <p:spPr>
            <a:xfrm>
              <a:off x="2346571" y="2822647"/>
              <a:ext cx="77974" cy="990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" name="tx91"/>
            <p:cNvSpPr/>
            <p:nvPr/>
          </p:nvSpPr>
          <p:spPr>
            <a:xfrm>
              <a:off x="2093681" y="2570864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3" name="tx92"/>
            <p:cNvSpPr/>
            <p:nvPr/>
          </p:nvSpPr>
          <p:spPr>
            <a:xfrm>
              <a:off x="2093681" y="2322503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4" name="tx93"/>
            <p:cNvSpPr/>
            <p:nvPr/>
          </p:nvSpPr>
          <p:spPr>
            <a:xfrm>
              <a:off x="2093681" y="2074143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5" name="tx94"/>
            <p:cNvSpPr/>
            <p:nvPr/>
          </p:nvSpPr>
          <p:spPr>
            <a:xfrm>
              <a:off x="1881465" y="182578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6" name="tx95"/>
            <p:cNvSpPr/>
            <p:nvPr/>
          </p:nvSpPr>
          <p:spPr>
            <a:xfrm>
              <a:off x="2093681" y="1577423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7" name="tx96"/>
            <p:cNvSpPr/>
            <p:nvPr/>
          </p:nvSpPr>
          <p:spPr>
            <a:xfrm>
              <a:off x="2220126" y="1329062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8" name="tx97"/>
            <p:cNvSpPr/>
            <p:nvPr/>
          </p:nvSpPr>
          <p:spPr>
            <a:xfrm>
              <a:off x="2725905" y="1082824"/>
              <a:ext cx="77974" cy="1003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9" name="tx98"/>
            <p:cNvSpPr/>
            <p:nvPr/>
          </p:nvSpPr>
          <p:spPr>
            <a:xfrm>
              <a:off x="3980869" y="5801327"/>
              <a:ext cx="77974" cy="1007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0" name="tx99"/>
            <p:cNvSpPr/>
            <p:nvPr/>
          </p:nvSpPr>
          <p:spPr>
            <a:xfrm>
              <a:off x="3727980" y="5551119"/>
              <a:ext cx="7797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1" name="tx100"/>
            <p:cNvSpPr/>
            <p:nvPr/>
          </p:nvSpPr>
          <p:spPr>
            <a:xfrm>
              <a:off x="3601535" y="5304538"/>
              <a:ext cx="7797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2" name="tx101"/>
            <p:cNvSpPr/>
            <p:nvPr/>
          </p:nvSpPr>
          <p:spPr>
            <a:xfrm>
              <a:off x="3601535" y="5056178"/>
              <a:ext cx="7797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3" name="tx102"/>
            <p:cNvSpPr/>
            <p:nvPr/>
          </p:nvSpPr>
          <p:spPr>
            <a:xfrm>
              <a:off x="3727980" y="4806038"/>
              <a:ext cx="7797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4" name="tx103"/>
            <p:cNvSpPr/>
            <p:nvPr/>
          </p:nvSpPr>
          <p:spPr>
            <a:xfrm>
              <a:off x="3727980" y="4557677"/>
              <a:ext cx="7797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5" name="tx104"/>
            <p:cNvSpPr/>
            <p:nvPr/>
          </p:nvSpPr>
          <p:spPr>
            <a:xfrm>
              <a:off x="3727980" y="4309317"/>
              <a:ext cx="7797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6" name="tx105"/>
            <p:cNvSpPr/>
            <p:nvPr/>
          </p:nvSpPr>
          <p:spPr>
            <a:xfrm>
              <a:off x="3727980" y="4060957"/>
              <a:ext cx="7797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7" name="tx106"/>
            <p:cNvSpPr/>
            <p:nvPr/>
          </p:nvSpPr>
          <p:spPr>
            <a:xfrm>
              <a:off x="3854424" y="3814787"/>
              <a:ext cx="77974" cy="1003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8" name="tx107"/>
            <p:cNvSpPr/>
            <p:nvPr/>
          </p:nvSpPr>
          <p:spPr>
            <a:xfrm>
              <a:off x="3854424" y="3566427"/>
              <a:ext cx="77974" cy="1003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9" name="tx108"/>
            <p:cNvSpPr/>
            <p:nvPr/>
          </p:nvSpPr>
          <p:spPr>
            <a:xfrm>
              <a:off x="3980869" y="3317725"/>
              <a:ext cx="77974" cy="1007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0" name="tx109"/>
            <p:cNvSpPr/>
            <p:nvPr/>
          </p:nvSpPr>
          <p:spPr>
            <a:xfrm>
              <a:off x="4233758" y="3071007"/>
              <a:ext cx="77974" cy="990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1" name="tx110"/>
            <p:cNvSpPr/>
            <p:nvPr/>
          </p:nvSpPr>
          <p:spPr>
            <a:xfrm>
              <a:off x="4644282" y="2819224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2" name="tx111"/>
            <p:cNvSpPr/>
            <p:nvPr/>
          </p:nvSpPr>
          <p:spPr>
            <a:xfrm>
              <a:off x="4897172" y="2572575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3" name="tx112"/>
            <p:cNvSpPr/>
            <p:nvPr/>
          </p:nvSpPr>
          <p:spPr>
            <a:xfrm>
              <a:off x="4897172" y="2324215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4" name="tx113"/>
            <p:cNvSpPr/>
            <p:nvPr/>
          </p:nvSpPr>
          <p:spPr>
            <a:xfrm>
              <a:off x="4770727" y="2075855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5" name="tx114"/>
            <p:cNvSpPr/>
            <p:nvPr/>
          </p:nvSpPr>
          <p:spPr>
            <a:xfrm>
              <a:off x="4770727" y="1827494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6" name="tx115"/>
            <p:cNvSpPr/>
            <p:nvPr/>
          </p:nvSpPr>
          <p:spPr>
            <a:xfrm>
              <a:off x="4644282" y="157742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7" name="tx116"/>
            <p:cNvSpPr/>
            <p:nvPr/>
          </p:nvSpPr>
          <p:spPr>
            <a:xfrm>
              <a:off x="4233758" y="1332485"/>
              <a:ext cx="77974" cy="990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8" name="tx117"/>
            <p:cNvSpPr/>
            <p:nvPr/>
          </p:nvSpPr>
          <p:spPr>
            <a:xfrm>
              <a:off x="3727980" y="1080634"/>
              <a:ext cx="7797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9" name="tx118"/>
            <p:cNvSpPr/>
            <p:nvPr/>
          </p:nvSpPr>
          <p:spPr>
            <a:xfrm>
              <a:off x="1306601" y="5811577"/>
              <a:ext cx="127421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&lt;5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0" name="tx119"/>
            <p:cNvSpPr/>
            <p:nvPr/>
          </p:nvSpPr>
          <p:spPr>
            <a:xfrm>
              <a:off x="1272494" y="5561798"/>
              <a:ext cx="16152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5-9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1" name="tx120"/>
            <p:cNvSpPr/>
            <p:nvPr/>
          </p:nvSpPr>
          <p:spPr>
            <a:xfrm>
              <a:off x="1148183" y="5313438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10-14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2" name="tx121"/>
            <p:cNvSpPr/>
            <p:nvPr/>
          </p:nvSpPr>
          <p:spPr>
            <a:xfrm>
              <a:off x="1148183" y="506507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15-19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" name="tx122"/>
            <p:cNvSpPr/>
            <p:nvPr/>
          </p:nvSpPr>
          <p:spPr>
            <a:xfrm>
              <a:off x="1148183" y="481671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20-24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4" name="tx123"/>
            <p:cNvSpPr/>
            <p:nvPr/>
          </p:nvSpPr>
          <p:spPr>
            <a:xfrm>
              <a:off x="1148183" y="456835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25-29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5" name="tx124"/>
            <p:cNvSpPr/>
            <p:nvPr/>
          </p:nvSpPr>
          <p:spPr>
            <a:xfrm>
              <a:off x="1148183" y="431994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30-34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6" name="tx125"/>
            <p:cNvSpPr/>
            <p:nvPr/>
          </p:nvSpPr>
          <p:spPr>
            <a:xfrm>
              <a:off x="1148183" y="407158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35-39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7" name="tx126"/>
            <p:cNvSpPr/>
            <p:nvPr/>
          </p:nvSpPr>
          <p:spPr>
            <a:xfrm>
              <a:off x="1148183" y="382327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40-44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8" name="tx127"/>
            <p:cNvSpPr/>
            <p:nvPr/>
          </p:nvSpPr>
          <p:spPr>
            <a:xfrm>
              <a:off x="1148183" y="357491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45-49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9" name="tx128"/>
            <p:cNvSpPr/>
            <p:nvPr/>
          </p:nvSpPr>
          <p:spPr>
            <a:xfrm>
              <a:off x="1148183" y="332655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50-54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0" name="tx129"/>
            <p:cNvSpPr/>
            <p:nvPr/>
          </p:nvSpPr>
          <p:spPr>
            <a:xfrm>
              <a:off x="1148183" y="307819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55-59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1" name="tx130"/>
            <p:cNvSpPr/>
            <p:nvPr/>
          </p:nvSpPr>
          <p:spPr>
            <a:xfrm>
              <a:off x="1148183" y="282983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60-64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2" name="tx131"/>
            <p:cNvSpPr/>
            <p:nvPr/>
          </p:nvSpPr>
          <p:spPr>
            <a:xfrm>
              <a:off x="1148183" y="258147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65-69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" name="tx132"/>
            <p:cNvSpPr/>
            <p:nvPr/>
          </p:nvSpPr>
          <p:spPr>
            <a:xfrm>
              <a:off x="1148183" y="233311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70-74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4" name="tx133"/>
            <p:cNvSpPr/>
            <p:nvPr/>
          </p:nvSpPr>
          <p:spPr>
            <a:xfrm>
              <a:off x="1148183" y="208475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75-79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5" name="tx134"/>
            <p:cNvSpPr/>
            <p:nvPr/>
          </p:nvSpPr>
          <p:spPr>
            <a:xfrm>
              <a:off x="1148183" y="183639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80-84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6" name="tx135"/>
            <p:cNvSpPr/>
            <p:nvPr/>
          </p:nvSpPr>
          <p:spPr>
            <a:xfrm>
              <a:off x="1148183" y="158803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85-89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7" name="tx136"/>
            <p:cNvSpPr/>
            <p:nvPr/>
          </p:nvSpPr>
          <p:spPr>
            <a:xfrm>
              <a:off x="1148183" y="1339673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90-94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8" name="tx137"/>
            <p:cNvSpPr/>
            <p:nvPr/>
          </p:nvSpPr>
          <p:spPr>
            <a:xfrm>
              <a:off x="1244445" y="1091313"/>
              <a:ext cx="1895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95+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9" name="pl138"/>
            <p:cNvSpPr/>
            <p:nvPr/>
          </p:nvSpPr>
          <p:spPr>
            <a:xfrm>
              <a:off x="1461858" y="585185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1461858" y="560349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1461858" y="535512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1461858" y="510676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1461858" y="485840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1461858" y="461004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1461858" y="436168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1461858" y="411332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1461858" y="386496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1461858" y="361660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1461858" y="336824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1461858" y="311988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1461858" y="287152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1461858" y="262316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1461858" y="237480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1461858" y="212644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1461858" y="187808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1461858" y="162972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1461858" y="138136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1461858" y="113300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8"/>
            <p:cNvSpPr/>
            <p:nvPr/>
          </p:nvSpPr>
          <p:spPr>
            <a:xfrm>
              <a:off x="2053009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59"/>
            <p:cNvSpPr/>
            <p:nvPr/>
          </p:nvSpPr>
          <p:spPr>
            <a:xfrm>
              <a:off x="2685232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0"/>
            <p:cNvSpPr/>
            <p:nvPr/>
          </p:nvSpPr>
          <p:spPr>
            <a:xfrm>
              <a:off x="3317456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1"/>
            <p:cNvSpPr/>
            <p:nvPr/>
          </p:nvSpPr>
          <p:spPr>
            <a:xfrm>
              <a:off x="3949679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2"/>
            <p:cNvSpPr/>
            <p:nvPr/>
          </p:nvSpPr>
          <p:spPr>
            <a:xfrm>
              <a:off x="4581903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3"/>
            <p:cNvSpPr/>
            <p:nvPr/>
          </p:nvSpPr>
          <p:spPr>
            <a:xfrm>
              <a:off x="5214126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tx164"/>
            <p:cNvSpPr/>
            <p:nvPr/>
          </p:nvSpPr>
          <p:spPr>
            <a:xfrm>
              <a:off x="1990853" y="60618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6" name="tx165"/>
            <p:cNvSpPr/>
            <p:nvPr/>
          </p:nvSpPr>
          <p:spPr>
            <a:xfrm>
              <a:off x="2654155" y="6063223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7" name="tx166"/>
            <p:cNvSpPr/>
            <p:nvPr/>
          </p:nvSpPr>
          <p:spPr>
            <a:xfrm>
              <a:off x="3286378" y="60618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8" name="tx167"/>
            <p:cNvSpPr/>
            <p:nvPr/>
          </p:nvSpPr>
          <p:spPr>
            <a:xfrm>
              <a:off x="3918601" y="6063223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9" name="tx168"/>
            <p:cNvSpPr/>
            <p:nvPr/>
          </p:nvSpPr>
          <p:spPr>
            <a:xfrm>
              <a:off x="4519747" y="60618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0" name="tx169"/>
            <p:cNvSpPr/>
            <p:nvPr/>
          </p:nvSpPr>
          <p:spPr>
            <a:xfrm>
              <a:off x="5151970" y="60618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1" name="tx170"/>
            <p:cNvSpPr/>
            <p:nvPr/>
          </p:nvSpPr>
          <p:spPr>
            <a:xfrm>
              <a:off x="2599801" y="6198468"/>
              <a:ext cx="1521829" cy="1033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High SDI</a:t>
              </a:r>
              <a:endParaRPr lang="en-US"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2" name="tx171"/>
            <p:cNvSpPr/>
            <p:nvPr/>
          </p:nvSpPr>
          <p:spPr>
            <a:xfrm rot="-5400000">
              <a:off x="895005" y="3427727"/>
              <a:ext cx="248567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Age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3" name="rc172"/>
            <p:cNvSpPr/>
            <p:nvPr/>
          </p:nvSpPr>
          <p:spPr>
            <a:xfrm>
              <a:off x="5530327" y="3103888"/>
              <a:ext cx="800883" cy="7770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tx173"/>
            <p:cNvSpPr/>
            <p:nvPr/>
          </p:nvSpPr>
          <p:spPr>
            <a:xfrm>
              <a:off x="5599916" y="3184766"/>
              <a:ext cx="240723" cy="1034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Sex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5" name="rc174"/>
            <p:cNvSpPr/>
            <p:nvPr/>
          </p:nvSpPr>
          <p:spPr>
            <a:xfrm>
              <a:off x="5599916" y="3372466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rc175"/>
            <p:cNvSpPr/>
            <p:nvPr/>
          </p:nvSpPr>
          <p:spPr>
            <a:xfrm>
              <a:off x="5608916" y="3381466"/>
              <a:ext cx="201456" cy="201456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6"/>
            <p:cNvSpPr/>
            <p:nvPr/>
          </p:nvSpPr>
          <p:spPr>
            <a:xfrm>
              <a:off x="5599916" y="3591922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rc177"/>
            <p:cNvSpPr/>
            <p:nvPr/>
          </p:nvSpPr>
          <p:spPr>
            <a:xfrm>
              <a:off x="5608916" y="3600922"/>
              <a:ext cx="201456" cy="201456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tx178"/>
            <p:cNvSpPr/>
            <p:nvPr/>
          </p:nvSpPr>
          <p:spPr>
            <a:xfrm>
              <a:off x="5888961" y="3440884"/>
              <a:ext cx="372660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Female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80" name="tx179"/>
            <p:cNvSpPr/>
            <p:nvPr/>
          </p:nvSpPr>
          <p:spPr>
            <a:xfrm>
              <a:off x="5888961" y="3660340"/>
              <a:ext cx="24223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WPS 演示</Application>
  <PresentationFormat>Présentation à l'écran (4:3)</PresentationFormat>
  <Paragraphs>142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2025-06-12T16:02:14Z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98FC9E7EEC78438F97B4AF1D2A7F10B1_12</vt:lpwstr>
  </property>
  <property fmtid="{D5CDD505-2E9C-101B-9397-08002B2CF9AE}" pid="3" name="KSOProductBuildVer">
    <vt:lpwstr>2052-12.1.0.21171</vt:lpwstr>
  </property>
</Properties>
</file>