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94891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9449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64007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48565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33123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526129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371707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21728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06286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9084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053009" y="5740088"/>
              <a:ext cx="116427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868738" y="5491728"/>
              <a:ext cx="34854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052482" y="5243367"/>
              <a:ext cx="16480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113618" y="4995007"/>
              <a:ext cx="10366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38224" y="4746647"/>
              <a:ext cx="7906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56235" y="4498286"/>
              <a:ext cx="6105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71371" y="4249926"/>
              <a:ext cx="4591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179235" y="4001566"/>
              <a:ext cx="3805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185154" y="3753206"/>
              <a:ext cx="3213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187098" y="3504845"/>
              <a:ext cx="3018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184308" y="3256485"/>
              <a:ext cx="3297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178135" y="3008125"/>
              <a:ext cx="3915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176782" y="2759764"/>
              <a:ext cx="4050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78135" y="2511404"/>
              <a:ext cx="3915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187014" y="2263044"/>
              <a:ext cx="3027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195723" y="2014684"/>
              <a:ext cx="2156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03164" y="1766323"/>
              <a:ext cx="1412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09844" y="1517963"/>
              <a:ext cx="744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14157" y="1269603"/>
              <a:ext cx="312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16186" y="1021243"/>
              <a:ext cx="109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17286" y="5740088"/>
              <a:ext cx="161750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17286" y="5491728"/>
              <a:ext cx="43843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17286" y="5243367"/>
              <a:ext cx="17021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17286" y="4995007"/>
              <a:ext cx="9039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17286" y="4746647"/>
              <a:ext cx="747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17286" y="4498286"/>
              <a:ext cx="7356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17286" y="4249926"/>
              <a:ext cx="6933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17286" y="4001566"/>
              <a:ext cx="6333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17286" y="3753206"/>
              <a:ext cx="5335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17286" y="3504845"/>
              <a:ext cx="4473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17286" y="3256485"/>
              <a:ext cx="4202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17286" y="3008125"/>
              <a:ext cx="4447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17286" y="2759764"/>
              <a:ext cx="4498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17286" y="2511404"/>
              <a:ext cx="4151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17286" y="2263044"/>
              <a:ext cx="3213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17286" y="2014684"/>
              <a:ext cx="2266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17286" y="1766323"/>
              <a:ext cx="1344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17286" y="1517963"/>
              <a:ext cx="68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3217286" y="1269603"/>
              <a:ext cx="25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3217286" y="1021243"/>
              <a:ext cx="67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tx76"/>
            <p:cNvSpPr/>
            <p:nvPr/>
          </p:nvSpPr>
          <p:spPr>
            <a:xfrm>
              <a:off x="1624148" y="579947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13769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525650" y="5552899"/>
              <a:ext cx="311898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4122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709394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770529" y="505446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1226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880908" y="480603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935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98918" y="4559457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722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914054" y="430931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543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921918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927837" y="381259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929782" y="356423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926992" y="331587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920819" y="306751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19466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479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20819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2929697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2938407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2945848" y="182578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038300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3042613" y="132899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044642" y="108063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4990741" y="579954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19129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780477" y="555118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5185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512260" y="530275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432437" y="505446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1069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385604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884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384420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870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380193" y="430938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820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374189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364211" y="381259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631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355586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352880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55333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55840" y="281915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532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52373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342987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333517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268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24300" y="182578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286514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3282202" y="132899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3249152" y="108070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tx134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6" name="tx135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7" name="pl136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1526129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2371707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3217286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4062864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490844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tx161"/>
            <p:cNvSpPr/>
            <p:nvPr/>
          </p:nvSpPr>
          <p:spPr>
            <a:xfrm>
              <a:off x="1370740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216318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>
              <a:off x="3186208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tx164"/>
            <p:cNvSpPr/>
            <p:nvPr/>
          </p:nvSpPr>
          <p:spPr>
            <a:xfrm>
              <a:off x="3907475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6" name="tx165"/>
            <p:cNvSpPr/>
            <p:nvPr/>
          </p:nvSpPr>
          <p:spPr>
            <a:xfrm>
              <a:off x="4753053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tx166"/>
            <p:cNvSpPr/>
            <p:nvPr/>
          </p:nvSpPr>
          <p:spPr>
            <a:xfrm>
              <a:off x="2411730" y="6198235"/>
              <a:ext cx="1522095" cy="1778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Global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tx167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9" name="rc168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tx169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1" name="rc170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1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2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tx174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6" name="tx175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演示</Application>
  <PresentationFormat>Présentation à l'écran (4:3)</PresentationFormat>
  <Paragraphs>140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1263F34C02754E81A798B4E964C4D90B_12</vt:lpwstr>
  </property>
  <property fmtid="{D5CDD505-2E9C-101B-9397-08002B2CF9AE}" pid="3" name="KSOProductBuildVer">
    <vt:lpwstr>2052-12.1.0.21171</vt:lpwstr>
  </property>
</Properties>
</file>