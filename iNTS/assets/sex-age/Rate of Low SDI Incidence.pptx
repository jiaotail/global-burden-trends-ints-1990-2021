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组合 142"/>
          <p:cNvGrpSpPr/>
          <p:nvPr/>
        </p:nvGrpSpPr>
        <p:grpSpPr>
          <a:xfrm>
            <a:off x="273050" y="81915"/>
            <a:ext cx="8910320" cy="6534150"/>
            <a:chOff x="430" y="129"/>
            <a:chExt cx="14032" cy="10290"/>
          </a:xfrm>
        </p:grpSpPr>
        <p:grpSp>
          <p:nvGrpSpPr>
            <p:cNvPr id="3" name="组合 2"/>
            <p:cNvGrpSpPr/>
            <p:nvPr/>
          </p:nvGrpSpPr>
          <p:grpSpPr>
            <a:xfrm>
              <a:off x="430" y="129"/>
              <a:ext cx="14033" cy="10291"/>
              <a:chOff x="914400" y="914400"/>
              <a:chExt cx="5486400" cy="5758342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758342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97280" y="983989"/>
                <a:ext cx="3993868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97280" y="4715768"/>
                <a:ext cx="3993868" cy="0"/>
              </a:xfrm>
              <a:custGeom>
                <a:avLst/>
                <a:gdLst/>
                <a:ahLst/>
                <a:cxnLst/>
                <a:pathLst>
                  <a:path w="3993868">
                    <a:moveTo>
                      <a:pt x="0" y="0"/>
                    </a:moveTo>
                    <a:lnTo>
                      <a:pt x="3993868" y="0"/>
                    </a:lnTo>
                    <a:lnTo>
                      <a:pt x="3993868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97280" y="3404953"/>
                <a:ext cx="3993868" cy="0"/>
              </a:xfrm>
              <a:custGeom>
                <a:avLst/>
                <a:gdLst/>
                <a:ahLst/>
                <a:cxnLst/>
                <a:pathLst>
                  <a:path w="3993868">
                    <a:moveTo>
                      <a:pt x="0" y="0"/>
                    </a:moveTo>
                    <a:lnTo>
                      <a:pt x="3993868" y="0"/>
                    </a:lnTo>
                    <a:lnTo>
                      <a:pt x="3993868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97280" y="2094138"/>
                <a:ext cx="3993868" cy="0"/>
              </a:xfrm>
              <a:custGeom>
                <a:avLst/>
                <a:gdLst/>
                <a:ahLst/>
                <a:cxnLst/>
                <a:pathLst>
                  <a:path w="3993868">
                    <a:moveTo>
                      <a:pt x="0" y="0"/>
                    </a:moveTo>
                    <a:lnTo>
                      <a:pt x="3993868" y="0"/>
                    </a:lnTo>
                    <a:lnTo>
                      <a:pt x="3993868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97280" y="5371175"/>
                <a:ext cx="3993868" cy="0"/>
              </a:xfrm>
              <a:custGeom>
                <a:avLst/>
                <a:gdLst/>
                <a:ahLst/>
                <a:cxnLst/>
                <a:pathLst>
                  <a:path w="3993868">
                    <a:moveTo>
                      <a:pt x="0" y="0"/>
                    </a:moveTo>
                    <a:lnTo>
                      <a:pt x="3993868" y="0"/>
                    </a:lnTo>
                    <a:lnTo>
                      <a:pt x="3993868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97280" y="4060360"/>
                <a:ext cx="3993868" cy="0"/>
              </a:xfrm>
              <a:custGeom>
                <a:avLst/>
                <a:gdLst/>
                <a:ahLst/>
                <a:cxnLst/>
                <a:pathLst>
                  <a:path w="3993868">
                    <a:moveTo>
                      <a:pt x="0" y="0"/>
                    </a:moveTo>
                    <a:lnTo>
                      <a:pt x="3993868" y="0"/>
                    </a:lnTo>
                    <a:lnTo>
                      <a:pt x="3993868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97280" y="2749546"/>
                <a:ext cx="3993868" cy="0"/>
              </a:xfrm>
              <a:custGeom>
                <a:avLst/>
                <a:gdLst/>
                <a:ahLst/>
                <a:cxnLst/>
                <a:pathLst>
                  <a:path w="3993868">
                    <a:moveTo>
                      <a:pt x="0" y="0"/>
                    </a:moveTo>
                    <a:lnTo>
                      <a:pt x="3993868" y="0"/>
                    </a:lnTo>
                    <a:lnTo>
                      <a:pt x="3993868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97280" y="1438731"/>
                <a:ext cx="3993868" cy="0"/>
              </a:xfrm>
              <a:custGeom>
                <a:avLst/>
                <a:gdLst/>
                <a:ahLst/>
                <a:cxnLst/>
                <a:pathLst>
                  <a:path w="3993868">
                    <a:moveTo>
                      <a:pt x="0" y="0"/>
                    </a:moveTo>
                    <a:lnTo>
                      <a:pt x="3993868" y="0"/>
                    </a:lnTo>
                    <a:lnTo>
                      <a:pt x="3993868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51591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71362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91134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210905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230677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250449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270220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289992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309764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329535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349307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369078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388850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408622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428393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448165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467937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487708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507480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527251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1515910" y="3098222"/>
                <a:ext cx="3756609" cy="2136103"/>
              </a:xfrm>
              <a:custGeom>
                <a:avLst/>
                <a:gdLst/>
                <a:ahLst/>
                <a:cxnLst/>
                <a:pathLst>
                  <a:path w="3756609" h="2136103">
                    <a:moveTo>
                      <a:pt x="0" y="0"/>
                    </a:moveTo>
                    <a:lnTo>
                      <a:pt x="197716" y="1585561"/>
                    </a:lnTo>
                    <a:lnTo>
                      <a:pt x="395432" y="1967008"/>
                    </a:lnTo>
                    <a:lnTo>
                      <a:pt x="593148" y="2075281"/>
                    </a:lnTo>
                    <a:lnTo>
                      <a:pt x="790865" y="2074495"/>
                    </a:lnTo>
                    <a:lnTo>
                      <a:pt x="988581" y="2030189"/>
                    </a:lnTo>
                    <a:lnTo>
                      <a:pt x="1186297" y="1987981"/>
                    </a:lnTo>
                    <a:lnTo>
                      <a:pt x="1384013" y="1953376"/>
                    </a:lnTo>
                    <a:lnTo>
                      <a:pt x="1581730" y="1955211"/>
                    </a:lnTo>
                    <a:lnTo>
                      <a:pt x="1779446" y="1990865"/>
                    </a:lnTo>
                    <a:lnTo>
                      <a:pt x="1977162" y="2020489"/>
                    </a:lnTo>
                    <a:lnTo>
                      <a:pt x="2174879" y="2051949"/>
                    </a:lnTo>
                    <a:lnTo>
                      <a:pt x="2372595" y="2089438"/>
                    </a:lnTo>
                    <a:lnTo>
                      <a:pt x="2570311" y="2123519"/>
                    </a:lnTo>
                    <a:lnTo>
                      <a:pt x="2768027" y="2136103"/>
                    </a:lnTo>
                    <a:lnTo>
                      <a:pt x="2965744" y="2133744"/>
                    </a:lnTo>
                    <a:lnTo>
                      <a:pt x="3163460" y="2130336"/>
                    </a:lnTo>
                    <a:lnTo>
                      <a:pt x="3361176" y="2118538"/>
                    </a:lnTo>
                    <a:lnTo>
                      <a:pt x="3558892" y="2100711"/>
                    </a:lnTo>
                    <a:lnTo>
                      <a:pt x="3756609" y="2081049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1515910" y="2536145"/>
                <a:ext cx="3756609" cy="2652302"/>
              </a:xfrm>
              <a:custGeom>
                <a:avLst/>
                <a:gdLst/>
                <a:ahLst/>
                <a:cxnLst/>
                <a:pathLst>
                  <a:path w="3756609" h="2652302">
                    <a:moveTo>
                      <a:pt x="0" y="0"/>
                    </a:moveTo>
                    <a:lnTo>
                      <a:pt x="197716" y="2003973"/>
                    </a:lnTo>
                    <a:lnTo>
                      <a:pt x="395432" y="2471934"/>
                    </a:lnTo>
                    <a:lnTo>
                      <a:pt x="593148" y="2604851"/>
                    </a:lnTo>
                    <a:lnTo>
                      <a:pt x="790865" y="2603278"/>
                    </a:lnTo>
                    <a:lnTo>
                      <a:pt x="988581" y="2548748"/>
                    </a:lnTo>
                    <a:lnTo>
                      <a:pt x="1186297" y="2494480"/>
                    </a:lnTo>
                    <a:lnTo>
                      <a:pt x="1384013" y="2448339"/>
                    </a:lnTo>
                    <a:lnTo>
                      <a:pt x="1581730" y="2444145"/>
                    </a:lnTo>
                    <a:lnTo>
                      <a:pt x="1779446" y="2485042"/>
                    </a:lnTo>
                    <a:lnTo>
                      <a:pt x="1977162" y="2516240"/>
                    </a:lnTo>
                    <a:lnTo>
                      <a:pt x="2174879" y="2546388"/>
                    </a:lnTo>
                    <a:lnTo>
                      <a:pt x="2372595" y="2586761"/>
                    </a:lnTo>
                    <a:lnTo>
                      <a:pt x="2570311" y="2628970"/>
                    </a:lnTo>
                    <a:lnTo>
                      <a:pt x="2768027" y="2650467"/>
                    </a:lnTo>
                    <a:lnTo>
                      <a:pt x="2965744" y="2652302"/>
                    </a:lnTo>
                    <a:lnTo>
                      <a:pt x="3163460" y="2644962"/>
                    </a:lnTo>
                    <a:lnTo>
                      <a:pt x="3361176" y="2621891"/>
                    </a:lnTo>
                    <a:lnTo>
                      <a:pt x="3558892" y="2593578"/>
                    </a:lnTo>
                    <a:lnTo>
                      <a:pt x="3756609" y="2569459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t35"/>
              <p:cNvSpPr/>
              <p:nvPr/>
            </p:nvSpPr>
            <p:spPr>
              <a:xfrm>
                <a:off x="1484308" y="306662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t36"/>
              <p:cNvSpPr/>
              <p:nvPr/>
            </p:nvSpPr>
            <p:spPr>
              <a:xfrm>
                <a:off x="1682025" y="465218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t37"/>
              <p:cNvSpPr/>
              <p:nvPr/>
            </p:nvSpPr>
            <p:spPr>
              <a:xfrm>
                <a:off x="1879741" y="503363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t38"/>
              <p:cNvSpPr/>
              <p:nvPr/>
            </p:nvSpPr>
            <p:spPr>
              <a:xfrm>
                <a:off x="2077457" y="514190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t39"/>
              <p:cNvSpPr/>
              <p:nvPr/>
            </p:nvSpPr>
            <p:spPr>
              <a:xfrm>
                <a:off x="2275173" y="514111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2472890" y="509681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2670606" y="505460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2868322" y="501999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3066039" y="502183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3263755" y="505748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3461471" y="508711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3659187" y="511857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3856904" y="515606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4054620" y="519014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4252336" y="520272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4450052" y="520036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4647769" y="5196957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4845485" y="518516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5043201" y="516733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5240918" y="514767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1484308" y="250454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1682025" y="450851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1879741" y="497647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2077457" y="510939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2275173" y="510782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2472890" y="50532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2670606" y="499902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2868322" y="495288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3066039" y="494868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3263755" y="498958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3461471" y="502078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3659187" y="505093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3856904" y="509130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4054620" y="513351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4252336" y="515501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4450052" y="515684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4647769" y="514950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4845485" y="512643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5043201" y="509812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5240918" y="507400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g75"/>
              <p:cNvSpPr/>
              <p:nvPr/>
            </p:nvSpPr>
            <p:spPr>
              <a:xfrm>
                <a:off x="1515910" y="2388532"/>
                <a:ext cx="3756609" cy="2895636"/>
              </a:xfrm>
              <a:custGeom>
                <a:avLst/>
                <a:gdLst/>
                <a:ahLst/>
                <a:cxnLst/>
                <a:pathLst>
                  <a:path w="3756609" h="2895636">
                    <a:moveTo>
                      <a:pt x="0" y="0"/>
                    </a:moveTo>
                    <a:lnTo>
                      <a:pt x="197716" y="1960846"/>
                    </a:lnTo>
                    <a:lnTo>
                      <a:pt x="395432" y="2496817"/>
                    </a:lnTo>
                    <a:lnTo>
                      <a:pt x="593148" y="2674013"/>
                    </a:lnTo>
                    <a:lnTo>
                      <a:pt x="790865" y="2690485"/>
                    </a:lnTo>
                    <a:lnTo>
                      <a:pt x="988581" y="2641041"/>
                    </a:lnTo>
                    <a:lnTo>
                      <a:pt x="1186297" y="2588445"/>
                    </a:lnTo>
                    <a:lnTo>
                      <a:pt x="1384013" y="2517082"/>
                    </a:lnTo>
                    <a:lnTo>
                      <a:pt x="1581730" y="2525747"/>
                    </a:lnTo>
                    <a:lnTo>
                      <a:pt x="1779446" y="2572431"/>
                    </a:lnTo>
                    <a:lnTo>
                      <a:pt x="1977162" y="2606209"/>
                    </a:lnTo>
                    <a:lnTo>
                      <a:pt x="2174879" y="2679259"/>
                    </a:lnTo>
                    <a:lnTo>
                      <a:pt x="2372595" y="2714764"/>
                    </a:lnTo>
                    <a:lnTo>
                      <a:pt x="2570311" y="2761577"/>
                    </a:lnTo>
                    <a:lnTo>
                      <a:pt x="2768027" y="2777673"/>
                    </a:lnTo>
                    <a:lnTo>
                      <a:pt x="2965744" y="2786153"/>
                    </a:lnTo>
                    <a:lnTo>
                      <a:pt x="3163460" y="2782015"/>
                    </a:lnTo>
                    <a:lnTo>
                      <a:pt x="3361176" y="2775182"/>
                    </a:lnTo>
                    <a:lnTo>
                      <a:pt x="3558892" y="2739232"/>
                    </a:lnTo>
                    <a:lnTo>
                      <a:pt x="3756609" y="2679899"/>
                    </a:lnTo>
                    <a:lnTo>
                      <a:pt x="3756609" y="2872572"/>
                    </a:lnTo>
                    <a:lnTo>
                      <a:pt x="3558892" y="2858933"/>
                    </a:lnTo>
                    <a:lnTo>
                      <a:pt x="3361176" y="2869928"/>
                    </a:lnTo>
                    <a:lnTo>
                      <a:pt x="3163460" y="2892690"/>
                    </a:lnTo>
                    <a:lnTo>
                      <a:pt x="2965744" y="2890675"/>
                    </a:lnTo>
                    <a:lnTo>
                      <a:pt x="2768027" y="2895636"/>
                    </a:lnTo>
                    <a:lnTo>
                      <a:pt x="2570311" y="2884000"/>
                    </a:lnTo>
                    <a:lnTo>
                      <a:pt x="2372595" y="2870175"/>
                    </a:lnTo>
                    <a:lnTo>
                      <a:pt x="2174879" y="2838442"/>
                    </a:lnTo>
                    <a:lnTo>
                      <a:pt x="1977162" y="2819314"/>
                    </a:lnTo>
                    <a:lnTo>
                      <a:pt x="1779446" y="2795201"/>
                    </a:lnTo>
                    <a:lnTo>
                      <a:pt x="1581730" y="2777722"/>
                    </a:lnTo>
                    <a:lnTo>
                      <a:pt x="1384013" y="2777332"/>
                    </a:lnTo>
                    <a:lnTo>
                      <a:pt x="1186297" y="2787557"/>
                    </a:lnTo>
                    <a:lnTo>
                      <a:pt x="988581" y="2821061"/>
                    </a:lnTo>
                    <a:lnTo>
                      <a:pt x="790865" y="2849022"/>
                    </a:lnTo>
                    <a:lnTo>
                      <a:pt x="593148" y="2862861"/>
                    </a:lnTo>
                    <a:lnTo>
                      <a:pt x="395432" y="2809895"/>
                    </a:lnTo>
                    <a:lnTo>
                      <a:pt x="197716" y="2587221"/>
                    </a:lnTo>
                    <a:lnTo>
                      <a:pt x="0" y="1297531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7" name="pl76"/>
              <p:cNvSpPr/>
              <p:nvPr/>
            </p:nvSpPr>
            <p:spPr>
              <a:xfrm>
                <a:off x="1515910" y="2388532"/>
                <a:ext cx="3756609" cy="2786153"/>
              </a:xfrm>
              <a:custGeom>
                <a:avLst/>
                <a:gdLst/>
                <a:ahLst/>
                <a:cxnLst/>
                <a:pathLst>
                  <a:path w="3756609" h="2786153">
                    <a:moveTo>
                      <a:pt x="0" y="0"/>
                    </a:moveTo>
                    <a:lnTo>
                      <a:pt x="197716" y="1960846"/>
                    </a:lnTo>
                    <a:lnTo>
                      <a:pt x="395432" y="2496817"/>
                    </a:lnTo>
                    <a:lnTo>
                      <a:pt x="593148" y="2674013"/>
                    </a:lnTo>
                    <a:lnTo>
                      <a:pt x="790865" y="2690485"/>
                    </a:lnTo>
                    <a:lnTo>
                      <a:pt x="988581" y="2641041"/>
                    </a:lnTo>
                    <a:lnTo>
                      <a:pt x="1186297" y="2588445"/>
                    </a:lnTo>
                    <a:lnTo>
                      <a:pt x="1384013" y="2517082"/>
                    </a:lnTo>
                    <a:lnTo>
                      <a:pt x="1581730" y="2525747"/>
                    </a:lnTo>
                    <a:lnTo>
                      <a:pt x="1779446" y="2572431"/>
                    </a:lnTo>
                    <a:lnTo>
                      <a:pt x="1977162" y="2606209"/>
                    </a:lnTo>
                    <a:lnTo>
                      <a:pt x="2174879" y="2679259"/>
                    </a:lnTo>
                    <a:lnTo>
                      <a:pt x="2372595" y="2714764"/>
                    </a:lnTo>
                    <a:lnTo>
                      <a:pt x="2570311" y="2761577"/>
                    </a:lnTo>
                    <a:lnTo>
                      <a:pt x="2768027" y="2777673"/>
                    </a:lnTo>
                    <a:lnTo>
                      <a:pt x="2965744" y="2786153"/>
                    </a:lnTo>
                    <a:lnTo>
                      <a:pt x="3163460" y="2782015"/>
                    </a:lnTo>
                    <a:lnTo>
                      <a:pt x="3361176" y="2775182"/>
                    </a:lnTo>
                    <a:lnTo>
                      <a:pt x="3558892" y="2739232"/>
                    </a:lnTo>
                    <a:lnTo>
                      <a:pt x="3756609" y="2679899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8" name="pl77"/>
              <p:cNvSpPr/>
              <p:nvPr/>
            </p:nvSpPr>
            <p:spPr>
              <a:xfrm>
                <a:off x="1515910" y="3686064"/>
                <a:ext cx="3756609" cy="1598105"/>
              </a:xfrm>
              <a:custGeom>
                <a:avLst/>
                <a:gdLst/>
                <a:ahLst/>
                <a:cxnLst/>
                <a:pathLst>
                  <a:path w="3756609" h="1598105">
                    <a:moveTo>
                      <a:pt x="3756609" y="1575040"/>
                    </a:moveTo>
                    <a:lnTo>
                      <a:pt x="3558892" y="1561401"/>
                    </a:lnTo>
                    <a:lnTo>
                      <a:pt x="3361176" y="1572396"/>
                    </a:lnTo>
                    <a:lnTo>
                      <a:pt x="3163460" y="1595159"/>
                    </a:lnTo>
                    <a:lnTo>
                      <a:pt x="2965744" y="1593144"/>
                    </a:lnTo>
                    <a:lnTo>
                      <a:pt x="2768027" y="1598105"/>
                    </a:lnTo>
                    <a:lnTo>
                      <a:pt x="2570311" y="1586468"/>
                    </a:lnTo>
                    <a:lnTo>
                      <a:pt x="2372595" y="1572643"/>
                    </a:lnTo>
                    <a:lnTo>
                      <a:pt x="2174879" y="1540911"/>
                    </a:lnTo>
                    <a:lnTo>
                      <a:pt x="1977162" y="1521783"/>
                    </a:lnTo>
                    <a:lnTo>
                      <a:pt x="1779446" y="1497670"/>
                    </a:lnTo>
                    <a:lnTo>
                      <a:pt x="1581730" y="1480191"/>
                    </a:lnTo>
                    <a:lnTo>
                      <a:pt x="1384013" y="1479800"/>
                    </a:lnTo>
                    <a:lnTo>
                      <a:pt x="1186297" y="1490026"/>
                    </a:lnTo>
                    <a:lnTo>
                      <a:pt x="988581" y="1523530"/>
                    </a:lnTo>
                    <a:lnTo>
                      <a:pt x="790865" y="1551491"/>
                    </a:lnTo>
                    <a:lnTo>
                      <a:pt x="593148" y="1565329"/>
                    </a:lnTo>
                    <a:lnTo>
                      <a:pt x="395432" y="1512364"/>
                    </a:lnTo>
                    <a:lnTo>
                      <a:pt x="197716" y="1289689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79" name="pg78"/>
              <p:cNvSpPr/>
              <p:nvPr/>
            </p:nvSpPr>
            <p:spPr>
              <a:xfrm>
                <a:off x="1515910" y="1700685"/>
                <a:ext cx="3756609" cy="3550419"/>
              </a:xfrm>
              <a:custGeom>
                <a:avLst/>
                <a:gdLst/>
                <a:ahLst/>
                <a:cxnLst/>
                <a:pathLst>
                  <a:path w="3756609" h="3550419">
                    <a:moveTo>
                      <a:pt x="0" y="0"/>
                    </a:moveTo>
                    <a:lnTo>
                      <a:pt x="197716" y="2447377"/>
                    </a:lnTo>
                    <a:lnTo>
                      <a:pt x="395432" y="3090475"/>
                    </a:lnTo>
                    <a:lnTo>
                      <a:pt x="593148" y="3311022"/>
                    </a:lnTo>
                    <a:lnTo>
                      <a:pt x="790865" y="3328851"/>
                    </a:lnTo>
                    <a:lnTo>
                      <a:pt x="988581" y="3265312"/>
                    </a:lnTo>
                    <a:lnTo>
                      <a:pt x="1186297" y="3198737"/>
                    </a:lnTo>
                    <a:lnTo>
                      <a:pt x="1384013" y="3103058"/>
                    </a:lnTo>
                    <a:lnTo>
                      <a:pt x="1581730" y="3107553"/>
                    </a:lnTo>
                    <a:lnTo>
                      <a:pt x="1779446" y="3158256"/>
                    </a:lnTo>
                    <a:lnTo>
                      <a:pt x="1977162" y="3193215"/>
                    </a:lnTo>
                    <a:lnTo>
                      <a:pt x="2174879" y="3270737"/>
                    </a:lnTo>
                    <a:lnTo>
                      <a:pt x="2372595" y="3308890"/>
                    </a:lnTo>
                    <a:lnTo>
                      <a:pt x="2570311" y="3363667"/>
                    </a:lnTo>
                    <a:lnTo>
                      <a:pt x="2768027" y="3392912"/>
                    </a:lnTo>
                    <a:lnTo>
                      <a:pt x="2965744" y="3411497"/>
                    </a:lnTo>
                    <a:lnTo>
                      <a:pt x="3163460" y="3408007"/>
                    </a:lnTo>
                    <a:lnTo>
                      <a:pt x="3361176" y="3385702"/>
                    </a:lnTo>
                    <a:lnTo>
                      <a:pt x="3558892" y="3331997"/>
                    </a:lnTo>
                    <a:lnTo>
                      <a:pt x="3756609" y="3256461"/>
                    </a:lnTo>
                    <a:lnTo>
                      <a:pt x="3756609" y="3515530"/>
                    </a:lnTo>
                    <a:lnTo>
                      <a:pt x="3558892" y="3498614"/>
                    </a:lnTo>
                    <a:lnTo>
                      <a:pt x="3361176" y="3512409"/>
                    </a:lnTo>
                    <a:lnTo>
                      <a:pt x="3163460" y="3549254"/>
                    </a:lnTo>
                    <a:lnTo>
                      <a:pt x="2965744" y="3550419"/>
                    </a:lnTo>
                    <a:lnTo>
                      <a:pt x="2768027" y="3550287"/>
                    </a:lnTo>
                    <a:lnTo>
                      <a:pt x="2570311" y="3534335"/>
                    </a:lnTo>
                    <a:lnTo>
                      <a:pt x="2372595" y="3514507"/>
                    </a:lnTo>
                    <a:lnTo>
                      <a:pt x="2174879" y="3481969"/>
                    </a:lnTo>
                    <a:lnTo>
                      <a:pt x="1977162" y="3462200"/>
                    </a:lnTo>
                    <a:lnTo>
                      <a:pt x="1779446" y="3438429"/>
                    </a:lnTo>
                    <a:lnTo>
                      <a:pt x="1581730" y="3419160"/>
                    </a:lnTo>
                    <a:lnTo>
                      <a:pt x="1384013" y="3421153"/>
                    </a:lnTo>
                    <a:lnTo>
                      <a:pt x="1186297" y="3438946"/>
                    </a:lnTo>
                    <a:lnTo>
                      <a:pt x="988581" y="3481635"/>
                    </a:lnTo>
                    <a:lnTo>
                      <a:pt x="790865" y="3515873"/>
                    </a:lnTo>
                    <a:lnTo>
                      <a:pt x="593148" y="3531074"/>
                    </a:lnTo>
                    <a:lnTo>
                      <a:pt x="395432" y="3466944"/>
                    </a:lnTo>
                    <a:lnTo>
                      <a:pt x="197716" y="3190748"/>
                    </a:lnTo>
                    <a:lnTo>
                      <a:pt x="0" y="1584144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0" name="pl79"/>
              <p:cNvSpPr/>
              <p:nvPr/>
            </p:nvSpPr>
            <p:spPr>
              <a:xfrm>
                <a:off x="1515910" y="1700685"/>
                <a:ext cx="3756609" cy="3411497"/>
              </a:xfrm>
              <a:custGeom>
                <a:avLst/>
                <a:gdLst/>
                <a:ahLst/>
                <a:cxnLst/>
                <a:pathLst>
                  <a:path w="3756609" h="3411497">
                    <a:moveTo>
                      <a:pt x="0" y="0"/>
                    </a:moveTo>
                    <a:lnTo>
                      <a:pt x="197716" y="2447377"/>
                    </a:lnTo>
                    <a:lnTo>
                      <a:pt x="395432" y="3090475"/>
                    </a:lnTo>
                    <a:lnTo>
                      <a:pt x="593148" y="3311022"/>
                    </a:lnTo>
                    <a:lnTo>
                      <a:pt x="790865" y="3328851"/>
                    </a:lnTo>
                    <a:lnTo>
                      <a:pt x="988581" y="3265312"/>
                    </a:lnTo>
                    <a:lnTo>
                      <a:pt x="1186297" y="3198737"/>
                    </a:lnTo>
                    <a:lnTo>
                      <a:pt x="1384013" y="3103058"/>
                    </a:lnTo>
                    <a:lnTo>
                      <a:pt x="1581730" y="3107553"/>
                    </a:lnTo>
                    <a:lnTo>
                      <a:pt x="1779446" y="3158256"/>
                    </a:lnTo>
                    <a:lnTo>
                      <a:pt x="1977162" y="3193215"/>
                    </a:lnTo>
                    <a:lnTo>
                      <a:pt x="2174879" y="3270737"/>
                    </a:lnTo>
                    <a:lnTo>
                      <a:pt x="2372595" y="3308890"/>
                    </a:lnTo>
                    <a:lnTo>
                      <a:pt x="2570311" y="3363667"/>
                    </a:lnTo>
                    <a:lnTo>
                      <a:pt x="2768027" y="3392912"/>
                    </a:lnTo>
                    <a:lnTo>
                      <a:pt x="2965744" y="3411497"/>
                    </a:lnTo>
                    <a:lnTo>
                      <a:pt x="3163460" y="3408007"/>
                    </a:lnTo>
                    <a:lnTo>
                      <a:pt x="3361176" y="3385702"/>
                    </a:lnTo>
                    <a:lnTo>
                      <a:pt x="3558892" y="3331997"/>
                    </a:lnTo>
                    <a:lnTo>
                      <a:pt x="3756609" y="3256461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1" name="pl80"/>
              <p:cNvSpPr/>
              <p:nvPr/>
            </p:nvSpPr>
            <p:spPr>
              <a:xfrm>
                <a:off x="1515910" y="3284830"/>
                <a:ext cx="3756609" cy="1966275"/>
              </a:xfrm>
              <a:custGeom>
                <a:avLst/>
                <a:gdLst/>
                <a:ahLst/>
                <a:cxnLst/>
                <a:pathLst>
                  <a:path w="3756609" h="1966275">
                    <a:moveTo>
                      <a:pt x="3756609" y="1931386"/>
                    </a:moveTo>
                    <a:lnTo>
                      <a:pt x="3558892" y="1914470"/>
                    </a:lnTo>
                    <a:lnTo>
                      <a:pt x="3361176" y="1928265"/>
                    </a:lnTo>
                    <a:lnTo>
                      <a:pt x="3163460" y="1965110"/>
                    </a:lnTo>
                    <a:lnTo>
                      <a:pt x="2965744" y="1966275"/>
                    </a:lnTo>
                    <a:lnTo>
                      <a:pt x="2768027" y="1966143"/>
                    </a:lnTo>
                    <a:lnTo>
                      <a:pt x="2570311" y="1950191"/>
                    </a:lnTo>
                    <a:lnTo>
                      <a:pt x="2372595" y="1930363"/>
                    </a:lnTo>
                    <a:lnTo>
                      <a:pt x="2174879" y="1897825"/>
                    </a:lnTo>
                    <a:lnTo>
                      <a:pt x="1977162" y="1878056"/>
                    </a:lnTo>
                    <a:lnTo>
                      <a:pt x="1779446" y="1854285"/>
                    </a:lnTo>
                    <a:lnTo>
                      <a:pt x="1581730" y="1835016"/>
                    </a:lnTo>
                    <a:lnTo>
                      <a:pt x="1384013" y="1837008"/>
                    </a:lnTo>
                    <a:lnTo>
                      <a:pt x="1186297" y="1854802"/>
                    </a:lnTo>
                    <a:lnTo>
                      <a:pt x="988581" y="1897491"/>
                    </a:lnTo>
                    <a:lnTo>
                      <a:pt x="790865" y="1931728"/>
                    </a:lnTo>
                    <a:lnTo>
                      <a:pt x="593148" y="1946930"/>
                    </a:lnTo>
                    <a:lnTo>
                      <a:pt x="395432" y="1882800"/>
                    </a:lnTo>
                    <a:lnTo>
                      <a:pt x="197716" y="1606604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2" name="tx81"/>
              <p:cNvSpPr/>
              <p:nvPr/>
            </p:nvSpPr>
            <p:spPr>
              <a:xfrm>
                <a:off x="1272494" y="5329483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3" name="tx82"/>
              <p:cNvSpPr/>
              <p:nvPr/>
            </p:nvSpPr>
            <p:spPr>
              <a:xfrm>
                <a:off x="1210339" y="4018669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4" name="tx83"/>
              <p:cNvSpPr/>
              <p:nvPr/>
            </p:nvSpPr>
            <p:spPr>
              <a:xfrm>
                <a:off x="1148183" y="2707854"/>
                <a:ext cx="186466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5" name="tx84"/>
              <p:cNvSpPr/>
              <p:nvPr/>
            </p:nvSpPr>
            <p:spPr>
              <a:xfrm>
                <a:off x="1148183" y="1397039"/>
                <a:ext cx="186466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6" name="pl85"/>
              <p:cNvSpPr/>
              <p:nvPr/>
            </p:nvSpPr>
            <p:spPr>
              <a:xfrm>
                <a:off x="1362485" y="5371175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7" name="pl86"/>
              <p:cNvSpPr/>
              <p:nvPr/>
            </p:nvSpPr>
            <p:spPr>
              <a:xfrm>
                <a:off x="1362485" y="4060360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8" name="pl87"/>
              <p:cNvSpPr/>
              <p:nvPr/>
            </p:nvSpPr>
            <p:spPr>
              <a:xfrm>
                <a:off x="1362485" y="2749546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9" name="pl88"/>
              <p:cNvSpPr/>
              <p:nvPr/>
            </p:nvSpPr>
            <p:spPr>
              <a:xfrm>
                <a:off x="1362485" y="1438731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0" name="pl89"/>
              <p:cNvSpPr/>
              <p:nvPr/>
            </p:nvSpPr>
            <p:spPr>
              <a:xfrm>
                <a:off x="151591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1" name="pl90"/>
              <p:cNvSpPr/>
              <p:nvPr/>
            </p:nvSpPr>
            <p:spPr>
              <a:xfrm>
                <a:off x="171362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2" name="pl91"/>
              <p:cNvSpPr/>
              <p:nvPr/>
            </p:nvSpPr>
            <p:spPr>
              <a:xfrm>
                <a:off x="191134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3" name="pl92"/>
              <p:cNvSpPr/>
              <p:nvPr/>
            </p:nvSpPr>
            <p:spPr>
              <a:xfrm>
                <a:off x="210905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230677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250449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270220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289992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309764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329535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349307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369078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388850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408622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428393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448165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467937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487708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507480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527251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tx109"/>
              <p:cNvSpPr/>
              <p:nvPr/>
            </p:nvSpPr>
            <p:spPr>
              <a:xfrm>
                <a:off x="1452199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1" name="tx110"/>
              <p:cNvSpPr/>
              <p:nvPr/>
            </p:nvSpPr>
            <p:spPr>
              <a:xfrm>
                <a:off x="1632862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" name="tx111"/>
              <p:cNvSpPr/>
              <p:nvPr/>
            </p:nvSpPr>
            <p:spPr>
              <a:xfrm>
                <a:off x="176842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3" name="tx112"/>
              <p:cNvSpPr/>
              <p:nvPr/>
            </p:nvSpPr>
            <p:spPr>
              <a:xfrm>
                <a:off x="196613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4" name="tx113"/>
              <p:cNvSpPr/>
              <p:nvPr/>
            </p:nvSpPr>
            <p:spPr>
              <a:xfrm>
                <a:off x="216385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5" name="tx114"/>
              <p:cNvSpPr/>
              <p:nvPr/>
            </p:nvSpPr>
            <p:spPr>
              <a:xfrm>
                <a:off x="236157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6" name="tx115"/>
              <p:cNvSpPr/>
              <p:nvPr/>
            </p:nvSpPr>
            <p:spPr>
              <a:xfrm>
                <a:off x="2559288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7" name="tx116"/>
              <p:cNvSpPr/>
              <p:nvPr/>
            </p:nvSpPr>
            <p:spPr>
              <a:xfrm>
                <a:off x="2757004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8" name="tx117"/>
              <p:cNvSpPr/>
              <p:nvPr/>
            </p:nvSpPr>
            <p:spPr>
              <a:xfrm>
                <a:off x="295472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9" name="tx118"/>
              <p:cNvSpPr/>
              <p:nvPr/>
            </p:nvSpPr>
            <p:spPr>
              <a:xfrm>
                <a:off x="315243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335015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354786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374558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394330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414101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433873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453645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473416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493188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5177730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3269930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 rot="-5400000">
                <a:off x="329520" y="3440756"/>
                <a:ext cx="1405594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Incidence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rc131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3" name="tx132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rc133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5" name="pl134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6" name="pt135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7" name="rc136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38" name="pl137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9" name="pt138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0" name="tx139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1" name="tx140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42" name="文本框 141"/>
            <p:cNvSpPr txBox="1"/>
            <p:nvPr/>
          </p:nvSpPr>
          <p:spPr>
            <a:xfrm>
              <a:off x="5959" y="9757"/>
              <a:ext cx="258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Low 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WPS 演示</Application>
  <PresentationFormat>Présentation à l'écran (4:3)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BA21CE2D3F4445BA8A76D0739B78740B_12</vt:lpwstr>
  </property>
  <property fmtid="{D5CDD505-2E9C-101B-9397-08002B2CF9AE}" pid="3" name="KSOProductBuildVer">
    <vt:lpwstr>2052-12.1.0.21171</vt:lpwstr>
  </property>
</Properties>
</file>