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组合 151"/>
          <p:cNvGrpSpPr/>
          <p:nvPr/>
        </p:nvGrpSpPr>
        <p:grpSpPr>
          <a:xfrm>
            <a:off x="16510" y="46990"/>
            <a:ext cx="9036050" cy="6567170"/>
            <a:chOff x="26" y="74"/>
            <a:chExt cx="14230" cy="10342"/>
          </a:xfrm>
        </p:grpSpPr>
        <p:grpSp>
          <p:nvGrpSpPr>
            <p:cNvPr id="3" name="组合 2"/>
            <p:cNvGrpSpPr/>
            <p:nvPr/>
          </p:nvGrpSpPr>
          <p:grpSpPr>
            <a:xfrm>
              <a:off x="26" y="74"/>
              <a:ext cx="14230" cy="10343"/>
              <a:chOff x="914400" y="914400"/>
              <a:chExt cx="5486400" cy="5740600"/>
            </a:xfrm>
          </p:grpSpPr>
          <p:sp>
            <p:nvSpPr>
              <p:cNvPr id="4" name="rc3"/>
              <p:cNvSpPr/>
              <p:nvPr/>
            </p:nvSpPr>
            <p:spPr>
              <a:xfrm>
                <a:off x="914400" y="914400"/>
                <a:ext cx="5486400" cy="54864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" name="rc4"/>
              <p:cNvSpPr/>
              <p:nvPr/>
            </p:nvSpPr>
            <p:spPr>
              <a:xfrm>
                <a:off x="914400" y="914400"/>
                <a:ext cx="5486400" cy="57406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" name="rc5"/>
              <p:cNvSpPr/>
              <p:nvPr/>
            </p:nvSpPr>
            <p:spPr>
              <a:xfrm>
                <a:off x="1366175" y="983989"/>
                <a:ext cx="4024973" cy="5016877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7" name="pl6"/>
              <p:cNvSpPr/>
              <p:nvPr/>
            </p:nvSpPr>
            <p:spPr>
              <a:xfrm>
                <a:off x="1366175" y="5738737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" name="pl7"/>
              <p:cNvSpPr/>
              <p:nvPr/>
            </p:nvSpPr>
            <p:spPr>
              <a:xfrm>
                <a:off x="1366175" y="491349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" name="pl8"/>
              <p:cNvSpPr/>
              <p:nvPr/>
            </p:nvSpPr>
            <p:spPr>
              <a:xfrm>
                <a:off x="1366175" y="4088245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" name="pl9"/>
              <p:cNvSpPr/>
              <p:nvPr/>
            </p:nvSpPr>
            <p:spPr>
              <a:xfrm>
                <a:off x="1366175" y="3263000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" name="pl10"/>
              <p:cNvSpPr/>
              <p:nvPr/>
            </p:nvSpPr>
            <p:spPr>
              <a:xfrm>
                <a:off x="1366175" y="243775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2" name="pl11"/>
              <p:cNvSpPr/>
              <p:nvPr/>
            </p:nvSpPr>
            <p:spPr>
              <a:xfrm>
                <a:off x="1366175" y="161250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6775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3" name="pl12"/>
              <p:cNvSpPr/>
              <p:nvPr/>
            </p:nvSpPr>
            <p:spPr>
              <a:xfrm>
                <a:off x="1366175" y="5326114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" name="pl13"/>
              <p:cNvSpPr/>
              <p:nvPr/>
            </p:nvSpPr>
            <p:spPr>
              <a:xfrm>
                <a:off x="1366175" y="4500868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5" name="pl14"/>
              <p:cNvSpPr/>
              <p:nvPr/>
            </p:nvSpPr>
            <p:spPr>
              <a:xfrm>
                <a:off x="1366175" y="3675622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6" name="pl15"/>
              <p:cNvSpPr/>
              <p:nvPr/>
            </p:nvSpPr>
            <p:spPr>
              <a:xfrm>
                <a:off x="1366175" y="2850377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7" name="pl16"/>
              <p:cNvSpPr/>
              <p:nvPr/>
            </p:nvSpPr>
            <p:spPr>
              <a:xfrm>
                <a:off x="1366175" y="2025131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8" name="pl17"/>
              <p:cNvSpPr/>
              <p:nvPr/>
            </p:nvSpPr>
            <p:spPr>
              <a:xfrm>
                <a:off x="1366175" y="1199885"/>
                <a:ext cx="4024973" cy="0"/>
              </a:xfrm>
              <a:custGeom>
                <a:avLst/>
                <a:gdLst/>
                <a:ahLst/>
                <a:cxnLst/>
                <a:pathLst>
                  <a:path w="4024973">
                    <a:moveTo>
                      <a:pt x="0" y="0"/>
                    </a:moveTo>
                    <a:lnTo>
                      <a:pt x="4024973" y="0"/>
                    </a:lnTo>
                    <a:lnTo>
                      <a:pt x="4024973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9" name="pl18"/>
              <p:cNvSpPr/>
              <p:nvPr/>
            </p:nvSpPr>
            <p:spPr>
              <a:xfrm>
                <a:off x="148572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0" name="pl19"/>
              <p:cNvSpPr/>
              <p:nvPr/>
            </p:nvSpPr>
            <p:spPr>
              <a:xfrm>
                <a:off x="168498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1" name="pl20"/>
              <p:cNvSpPr/>
              <p:nvPr/>
            </p:nvSpPr>
            <p:spPr>
              <a:xfrm>
                <a:off x="188424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2" name="pl21"/>
              <p:cNvSpPr/>
              <p:nvPr/>
            </p:nvSpPr>
            <p:spPr>
              <a:xfrm>
                <a:off x="208349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3" name="pl22"/>
              <p:cNvSpPr/>
              <p:nvPr/>
            </p:nvSpPr>
            <p:spPr>
              <a:xfrm>
                <a:off x="228275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4" name="pl23"/>
              <p:cNvSpPr/>
              <p:nvPr/>
            </p:nvSpPr>
            <p:spPr>
              <a:xfrm>
                <a:off x="248200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5" name="pl24"/>
              <p:cNvSpPr/>
              <p:nvPr/>
            </p:nvSpPr>
            <p:spPr>
              <a:xfrm>
                <a:off x="268126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6" name="pl25"/>
              <p:cNvSpPr/>
              <p:nvPr/>
            </p:nvSpPr>
            <p:spPr>
              <a:xfrm>
                <a:off x="2880521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7" name="pl26"/>
              <p:cNvSpPr/>
              <p:nvPr/>
            </p:nvSpPr>
            <p:spPr>
              <a:xfrm>
                <a:off x="307977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8" name="pl27"/>
              <p:cNvSpPr/>
              <p:nvPr/>
            </p:nvSpPr>
            <p:spPr>
              <a:xfrm>
                <a:off x="327903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29" name="pl28"/>
              <p:cNvSpPr/>
              <p:nvPr/>
            </p:nvSpPr>
            <p:spPr>
              <a:xfrm>
                <a:off x="347829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0" name="pl29"/>
              <p:cNvSpPr/>
              <p:nvPr/>
            </p:nvSpPr>
            <p:spPr>
              <a:xfrm>
                <a:off x="3677546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1" name="pl30"/>
              <p:cNvSpPr/>
              <p:nvPr/>
            </p:nvSpPr>
            <p:spPr>
              <a:xfrm>
                <a:off x="3876802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2" name="pl31"/>
              <p:cNvSpPr/>
              <p:nvPr/>
            </p:nvSpPr>
            <p:spPr>
              <a:xfrm>
                <a:off x="4076058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3" name="pl32"/>
              <p:cNvSpPr/>
              <p:nvPr/>
            </p:nvSpPr>
            <p:spPr>
              <a:xfrm>
                <a:off x="4275314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4" name="pl33"/>
              <p:cNvSpPr/>
              <p:nvPr/>
            </p:nvSpPr>
            <p:spPr>
              <a:xfrm>
                <a:off x="4474570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5" name="pl34"/>
              <p:cNvSpPr/>
              <p:nvPr/>
            </p:nvSpPr>
            <p:spPr>
              <a:xfrm>
                <a:off x="4673827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6" name="pl35"/>
              <p:cNvSpPr/>
              <p:nvPr/>
            </p:nvSpPr>
            <p:spPr>
              <a:xfrm>
                <a:off x="4873083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7" name="pl36"/>
              <p:cNvSpPr/>
              <p:nvPr/>
            </p:nvSpPr>
            <p:spPr>
              <a:xfrm>
                <a:off x="5072339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8" name="pl37"/>
              <p:cNvSpPr/>
              <p:nvPr/>
            </p:nvSpPr>
            <p:spPr>
              <a:xfrm>
                <a:off x="5271595" y="983989"/>
                <a:ext cx="0" cy="5016877"/>
              </a:xfrm>
              <a:custGeom>
                <a:avLst/>
                <a:gdLst/>
                <a:ahLst/>
                <a:cxnLst/>
                <a:pathLst>
                  <a:path h="5016877">
                    <a:moveTo>
                      <a:pt x="0" y="5016877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39" name="pl38"/>
              <p:cNvSpPr/>
              <p:nvPr/>
            </p:nvSpPr>
            <p:spPr>
              <a:xfrm>
                <a:off x="1485728" y="4170770"/>
                <a:ext cx="3785866" cy="1072819"/>
              </a:xfrm>
              <a:custGeom>
                <a:avLst/>
                <a:gdLst/>
                <a:ahLst/>
                <a:cxnLst/>
                <a:pathLst>
                  <a:path w="3785866" h="1072819">
                    <a:moveTo>
                      <a:pt x="0" y="825245"/>
                    </a:moveTo>
                    <a:lnTo>
                      <a:pt x="199256" y="907770"/>
                    </a:lnTo>
                    <a:lnTo>
                      <a:pt x="398512" y="907770"/>
                    </a:lnTo>
                    <a:lnTo>
                      <a:pt x="597768" y="907770"/>
                    </a:lnTo>
                    <a:lnTo>
                      <a:pt x="797024" y="990294"/>
                    </a:lnTo>
                    <a:lnTo>
                      <a:pt x="996280" y="990294"/>
                    </a:lnTo>
                    <a:lnTo>
                      <a:pt x="1195536" y="990294"/>
                    </a:lnTo>
                    <a:lnTo>
                      <a:pt x="1394792" y="1072819"/>
                    </a:lnTo>
                    <a:lnTo>
                      <a:pt x="1594049" y="1072819"/>
                    </a:lnTo>
                    <a:lnTo>
                      <a:pt x="1793305" y="990294"/>
                    </a:lnTo>
                    <a:lnTo>
                      <a:pt x="1992561" y="990294"/>
                    </a:lnTo>
                    <a:lnTo>
                      <a:pt x="2191817" y="907770"/>
                    </a:lnTo>
                    <a:lnTo>
                      <a:pt x="2391073" y="825245"/>
                    </a:lnTo>
                    <a:lnTo>
                      <a:pt x="2590329" y="660196"/>
                    </a:lnTo>
                    <a:lnTo>
                      <a:pt x="2789585" y="660196"/>
                    </a:lnTo>
                    <a:lnTo>
                      <a:pt x="2988841" y="577672"/>
                    </a:lnTo>
                    <a:lnTo>
                      <a:pt x="3188098" y="495147"/>
                    </a:lnTo>
                    <a:lnTo>
                      <a:pt x="3387354" y="412622"/>
                    </a:lnTo>
                    <a:lnTo>
                      <a:pt x="3586610" y="247573"/>
                    </a:lnTo>
                    <a:lnTo>
                      <a:pt x="3785866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0" name="pl39"/>
              <p:cNvSpPr/>
              <p:nvPr/>
            </p:nvSpPr>
            <p:spPr>
              <a:xfrm>
                <a:off x="1485728" y="3263000"/>
                <a:ext cx="3785866" cy="1980589"/>
              </a:xfrm>
              <a:custGeom>
                <a:avLst/>
                <a:gdLst/>
                <a:ahLst/>
                <a:cxnLst/>
                <a:pathLst>
                  <a:path w="3785866" h="1980589">
                    <a:moveTo>
                      <a:pt x="0" y="1733016"/>
                    </a:moveTo>
                    <a:lnTo>
                      <a:pt x="199256" y="1815540"/>
                    </a:lnTo>
                    <a:lnTo>
                      <a:pt x="398512" y="1815540"/>
                    </a:lnTo>
                    <a:lnTo>
                      <a:pt x="597768" y="1815540"/>
                    </a:lnTo>
                    <a:lnTo>
                      <a:pt x="797024" y="1898065"/>
                    </a:lnTo>
                    <a:lnTo>
                      <a:pt x="996280" y="1898065"/>
                    </a:lnTo>
                    <a:lnTo>
                      <a:pt x="1195536" y="1898065"/>
                    </a:lnTo>
                    <a:lnTo>
                      <a:pt x="1394792" y="1980589"/>
                    </a:lnTo>
                    <a:lnTo>
                      <a:pt x="1594049" y="1980589"/>
                    </a:lnTo>
                    <a:lnTo>
                      <a:pt x="1793305" y="1898065"/>
                    </a:lnTo>
                    <a:lnTo>
                      <a:pt x="1992561" y="1898065"/>
                    </a:lnTo>
                    <a:lnTo>
                      <a:pt x="2191817" y="1815540"/>
                    </a:lnTo>
                    <a:lnTo>
                      <a:pt x="2391073" y="1733016"/>
                    </a:lnTo>
                    <a:lnTo>
                      <a:pt x="2590329" y="1567967"/>
                    </a:lnTo>
                    <a:lnTo>
                      <a:pt x="2789585" y="1485442"/>
                    </a:lnTo>
                    <a:lnTo>
                      <a:pt x="2988841" y="1402917"/>
                    </a:lnTo>
                    <a:lnTo>
                      <a:pt x="3188098" y="1320393"/>
                    </a:lnTo>
                    <a:lnTo>
                      <a:pt x="3387354" y="907770"/>
                    </a:lnTo>
                    <a:lnTo>
                      <a:pt x="3586610" y="495147"/>
                    </a:lnTo>
                    <a:lnTo>
                      <a:pt x="3785866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1" name="pt40"/>
              <p:cNvSpPr/>
              <p:nvPr/>
            </p:nvSpPr>
            <p:spPr>
              <a:xfrm>
                <a:off x="1454127" y="496441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2" name="pt41"/>
              <p:cNvSpPr/>
              <p:nvPr/>
            </p:nvSpPr>
            <p:spPr>
              <a:xfrm>
                <a:off x="1653383" y="504693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3" name="pt42"/>
              <p:cNvSpPr/>
              <p:nvPr/>
            </p:nvSpPr>
            <p:spPr>
              <a:xfrm>
                <a:off x="1852639" y="504693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4" name="pt43"/>
              <p:cNvSpPr/>
              <p:nvPr/>
            </p:nvSpPr>
            <p:spPr>
              <a:xfrm>
                <a:off x="2051896" y="504693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5" name="pt44"/>
              <p:cNvSpPr/>
              <p:nvPr/>
            </p:nvSpPr>
            <p:spPr>
              <a:xfrm>
                <a:off x="2251152" y="51294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6" name="pt45"/>
              <p:cNvSpPr/>
              <p:nvPr/>
            </p:nvSpPr>
            <p:spPr>
              <a:xfrm>
                <a:off x="2450408" y="51294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7" name="pt46"/>
              <p:cNvSpPr/>
              <p:nvPr/>
            </p:nvSpPr>
            <p:spPr>
              <a:xfrm>
                <a:off x="2649664" y="51294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8" name="pt47"/>
              <p:cNvSpPr/>
              <p:nvPr/>
            </p:nvSpPr>
            <p:spPr>
              <a:xfrm>
                <a:off x="2848920" y="521198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49" name="pt48"/>
              <p:cNvSpPr/>
              <p:nvPr/>
            </p:nvSpPr>
            <p:spPr>
              <a:xfrm>
                <a:off x="3048176" y="5211988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0" name="pt49"/>
              <p:cNvSpPr/>
              <p:nvPr/>
            </p:nvSpPr>
            <p:spPr>
              <a:xfrm>
                <a:off x="3247432" y="51294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1" name="pt50"/>
              <p:cNvSpPr/>
              <p:nvPr/>
            </p:nvSpPr>
            <p:spPr>
              <a:xfrm>
                <a:off x="3446688" y="512946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2" name="pt51"/>
              <p:cNvSpPr/>
              <p:nvPr/>
            </p:nvSpPr>
            <p:spPr>
              <a:xfrm>
                <a:off x="3645945" y="504693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3" name="pt52"/>
              <p:cNvSpPr/>
              <p:nvPr/>
            </p:nvSpPr>
            <p:spPr>
              <a:xfrm>
                <a:off x="3845201" y="4964414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4" name="pt53"/>
              <p:cNvSpPr/>
              <p:nvPr/>
            </p:nvSpPr>
            <p:spPr>
              <a:xfrm>
                <a:off x="4044457" y="479936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5" name="pt54"/>
              <p:cNvSpPr/>
              <p:nvPr/>
            </p:nvSpPr>
            <p:spPr>
              <a:xfrm>
                <a:off x="4243713" y="4799365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6" name="pt55"/>
              <p:cNvSpPr/>
              <p:nvPr/>
            </p:nvSpPr>
            <p:spPr>
              <a:xfrm>
                <a:off x="4442969" y="4716841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7" name="pt56"/>
              <p:cNvSpPr/>
              <p:nvPr/>
            </p:nvSpPr>
            <p:spPr>
              <a:xfrm>
                <a:off x="4642225" y="4634316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8" name="pt57"/>
              <p:cNvSpPr/>
              <p:nvPr/>
            </p:nvSpPr>
            <p:spPr>
              <a:xfrm>
                <a:off x="4841481" y="455179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59" name="pt58"/>
              <p:cNvSpPr/>
              <p:nvPr/>
            </p:nvSpPr>
            <p:spPr>
              <a:xfrm>
                <a:off x="5040738" y="4386742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0" name="pt59"/>
              <p:cNvSpPr/>
              <p:nvPr/>
            </p:nvSpPr>
            <p:spPr>
              <a:xfrm>
                <a:off x="5239994" y="4139169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1" name="pt60"/>
              <p:cNvSpPr/>
              <p:nvPr/>
            </p:nvSpPr>
            <p:spPr>
              <a:xfrm>
                <a:off x="1454127" y="49644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2" name="pt61"/>
              <p:cNvSpPr/>
              <p:nvPr/>
            </p:nvSpPr>
            <p:spPr>
              <a:xfrm>
                <a:off x="1653383" y="504693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3" name="pt62"/>
              <p:cNvSpPr/>
              <p:nvPr/>
            </p:nvSpPr>
            <p:spPr>
              <a:xfrm>
                <a:off x="1852639" y="504693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4" name="pt63"/>
              <p:cNvSpPr/>
              <p:nvPr/>
            </p:nvSpPr>
            <p:spPr>
              <a:xfrm>
                <a:off x="2051896" y="504693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5" name="pt64"/>
              <p:cNvSpPr/>
              <p:nvPr/>
            </p:nvSpPr>
            <p:spPr>
              <a:xfrm>
                <a:off x="2251152" y="5129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6" name="pt65"/>
              <p:cNvSpPr/>
              <p:nvPr/>
            </p:nvSpPr>
            <p:spPr>
              <a:xfrm>
                <a:off x="2450408" y="5129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7" name="pt66"/>
              <p:cNvSpPr/>
              <p:nvPr/>
            </p:nvSpPr>
            <p:spPr>
              <a:xfrm>
                <a:off x="2649664" y="5129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8" name="pt67"/>
              <p:cNvSpPr/>
              <p:nvPr/>
            </p:nvSpPr>
            <p:spPr>
              <a:xfrm>
                <a:off x="2848920" y="52119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69" name="pt68"/>
              <p:cNvSpPr/>
              <p:nvPr/>
            </p:nvSpPr>
            <p:spPr>
              <a:xfrm>
                <a:off x="3048176" y="521198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0" name="pt69"/>
              <p:cNvSpPr/>
              <p:nvPr/>
            </p:nvSpPr>
            <p:spPr>
              <a:xfrm>
                <a:off x="3247432" y="5129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1" name="pt70"/>
              <p:cNvSpPr/>
              <p:nvPr/>
            </p:nvSpPr>
            <p:spPr>
              <a:xfrm>
                <a:off x="3446688" y="512946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2" name="pt71"/>
              <p:cNvSpPr/>
              <p:nvPr/>
            </p:nvSpPr>
            <p:spPr>
              <a:xfrm>
                <a:off x="3645945" y="504693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3" name="pt72"/>
              <p:cNvSpPr/>
              <p:nvPr/>
            </p:nvSpPr>
            <p:spPr>
              <a:xfrm>
                <a:off x="3845201" y="4964414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4" name="pt73"/>
              <p:cNvSpPr/>
              <p:nvPr/>
            </p:nvSpPr>
            <p:spPr>
              <a:xfrm>
                <a:off x="4044457" y="4799365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5" name="pt74"/>
              <p:cNvSpPr/>
              <p:nvPr/>
            </p:nvSpPr>
            <p:spPr>
              <a:xfrm>
                <a:off x="4243713" y="4716841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6" name="pt75"/>
              <p:cNvSpPr/>
              <p:nvPr/>
            </p:nvSpPr>
            <p:spPr>
              <a:xfrm>
                <a:off x="4442969" y="463431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7" name="pt76"/>
              <p:cNvSpPr/>
              <p:nvPr/>
            </p:nvSpPr>
            <p:spPr>
              <a:xfrm>
                <a:off x="4642225" y="4551792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8" name="pt77"/>
              <p:cNvSpPr/>
              <p:nvPr/>
            </p:nvSpPr>
            <p:spPr>
              <a:xfrm>
                <a:off x="4841481" y="413916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79" name="pt78"/>
              <p:cNvSpPr/>
              <p:nvPr/>
            </p:nvSpPr>
            <p:spPr>
              <a:xfrm>
                <a:off x="5040738" y="3726546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0" name="pt79"/>
              <p:cNvSpPr/>
              <p:nvPr/>
            </p:nvSpPr>
            <p:spPr>
              <a:xfrm>
                <a:off x="5239994" y="3231398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81" name="pg80"/>
              <p:cNvSpPr/>
              <p:nvPr/>
            </p:nvSpPr>
            <p:spPr>
              <a:xfrm>
                <a:off x="1485728" y="2249159"/>
                <a:ext cx="3785866" cy="3035009"/>
              </a:xfrm>
              <a:custGeom>
                <a:avLst/>
                <a:gdLst/>
                <a:ahLst/>
                <a:cxnLst/>
                <a:pathLst>
                  <a:path w="3785866" h="3035009">
                    <a:moveTo>
                      <a:pt x="0" y="2592096"/>
                    </a:moveTo>
                    <a:lnTo>
                      <a:pt x="199256" y="2599756"/>
                    </a:lnTo>
                    <a:lnTo>
                      <a:pt x="398512" y="2566085"/>
                    </a:lnTo>
                    <a:lnTo>
                      <a:pt x="597768" y="2614838"/>
                    </a:lnTo>
                    <a:lnTo>
                      <a:pt x="797024" y="2654156"/>
                    </a:lnTo>
                    <a:lnTo>
                      <a:pt x="996280" y="2705475"/>
                    </a:lnTo>
                    <a:lnTo>
                      <a:pt x="1195536" y="2776715"/>
                    </a:lnTo>
                    <a:lnTo>
                      <a:pt x="1394792" y="2826403"/>
                    </a:lnTo>
                    <a:lnTo>
                      <a:pt x="1594049" y="2842836"/>
                    </a:lnTo>
                    <a:lnTo>
                      <a:pt x="1793305" y="2783338"/>
                    </a:lnTo>
                    <a:lnTo>
                      <a:pt x="1992561" y="2712365"/>
                    </a:lnTo>
                    <a:lnTo>
                      <a:pt x="2191817" y="2571927"/>
                    </a:lnTo>
                    <a:lnTo>
                      <a:pt x="2391073" y="2401625"/>
                    </a:lnTo>
                    <a:lnTo>
                      <a:pt x="2590329" y="2126597"/>
                    </a:lnTo>
                    <a:lnTo>
                      <a:pt x="2789585" y="1978491"/>
                    </a:lnTo>
                    <a:lnTo>
                      <a:pt x="2988841" y="1799006"/>
                    </a:lnTo>
                    <a:lnTo>
                      <a:pt x="3188098" y="1772854"/>
                    </a:lnTo>
                    <a:lnTo>
                      <a:pt x="3387354" y="1555364"/>
                    </a:lnTo>
                    <a:lnTo>
                      <a:pt x="3586610" y="1150399"/>
                    </a:lnTo>
                    <a:lnTo>
                      <a:pt x="3785866" y="0"/>
                    </a:lnTo>
                    <a:lnTo>
                      <a:pt x="3785866" y="2639908"/>
                    </a:lnTo>
                    <a:lnTo>
                      <a:pt x="3586610" y="2688169"/>
                    </a:lnTo>
                    <a:lnTo>
                      <a:pt x="3387354" y="2763466"/>
                    </a:lnTo>
                    <a:lnTo>
                      <a:pt x="3188098" y="2811584"/>
                    </a:lnTo>
                    <a:lnTo>
                      <a:pt x="2988841" y="2824089"/>
                    </a:lnTo>
                    <a:lnTo>
                      <a:pt x="2789585" y="2863817"/>
                    </a:lnTo>
                    <a:lnTo>
                      <a:pt x="2590329" y="2891876"/>
                    </a:lnTo>
                    <a:lnTo>
                      <a:pt x="2391073" y="2932970"/>
                    </a:lnTo>
                    <a:lnTo>
                      <a:pt x="2191817" y="2982800"/>
                    </a:lnTo>
                    <a:lnTo>
                      <a:pt x="1992561" y="3009738"/>
                    </a:lnTo>
                    <a:lnTo>
                      <a:pt x="1793305" y="3025365"/>
                    </a:lnTo>
                    <a:lnTo>
                      <a:pt x="1594049" y="3031113"/>
                    </a:lnTo>
                    <a:lnTo>
                      <a:pt x="1394792" y="3035009"/>
                    </a:lnTo>
                    <a:lnTo>
                      <a:pt x="1195536" y="3032548"/>
                    </a:lnTo>
                    <a:lnTo>
                      <a:pt x="996280" y="3025076"/>
                    </a:lnTo>
                    <a:lnTo>
                      <a:pt x="797024" y="3011991"/>
                    </a:lnTo>
                    <a:lnTo>
                      <a:pt x="597768" y="3000538"/>
                    </a:lnTo>
                    <a:lnTo>
                      <a:pt x="398512" y="2987175"/>
                    </a:lnTo>
                    <a:lnTo>
                      <a:pt x="199256" y="2981485"/>
                    </a:lnTo>
                    <a:lnTo>
                      <a:pt x="0" y="2920370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2" name="pl81"/>
              <p:cNvSpPr/>
              <p:nvPr/>
            </p:nvSpPr>
            <p:spPr>
              <a:xfrm>
                <a:off x="1485728" y="2249159"/>
                <a:ext cx="3785866" cy="2842836"/>
              </a:xfrm>
              <a:custGeom>
                <a:avLst/>
                <a:gdLst/>
                <a:ahLst/>
                <a:cxnLst/>
                <a:pathLst>
                  <a:path w="3785866" h="2842836">
                    <a:moveTo>
                      <a:pt x="0" y="2592096"/>
                    </a:moveTo>
                    <a:lnTo>
                      <a:pt x="199256" y="2599756"/>
                    </a:lnTo>
                    <a:lnTo>
                      <a:pt x="398512" y="2566085"/>
                    </a:lnTo>
                    <a:lnTo>
                      <a:pt x="597768" y="2614838"/>
                    </a:lnTo>
                    <a:lnTo>
                      <a:pt x="797024" y="2654156"/>
                    </a:lnTo>
                    <a:lnTo>
                      <a:pt x="996280" y="2705475"/>
                    </a:lnTo>
                    <a:lnTo>
                      <a:pt x="1195536" y="2776715"/>
                    </a:lnTo>
                    <a:lnTo>
                      <a:pt x="1394792" y="2826403"/>
                    </a:lnTo>
                    <a:lnTo>
                      <a:pt x="1594049" y="2842836"/>
                    </a:lnTo>
                    <a:lnTo>
                      <a:pt x="1793305" y="2783338"/>
                    </a:lnTo>
                    <a:lnTo>
                      <a:pt x="1992561" y="2712365"/>
                    </a:lnTo>
                    <a:lnTo>
                      <a:pt x="2191817" y="2571927"/>
                    </a:lnTo>
                    <a:lnTo>
                      <a:pt x="2391073" y="2401625"/>
                    </a:lnTo>
                    <a:lnTo>
                      <a:pt x="2590329" y="2126597"/>
                    </a:lnTo>
                    <a:lnTo>
                      <a:pt x="2789585" y="1978491"/>
                    </a:lnTo>
                    <a:lnTo>
                      <a:pt x="2988841" y="1799006"/>
                    </a:lnTo>
                    <a:lnTo>
                      <a:pt x="3188098" y="1772854"/>
                    </a:lnTo>
                    <a:lnTo>
                      <a:pt x="3387354" y="1555364"/>
                    </a:lnTo>
                    <a:lnTo>
                      <a:pt x="3586610" y="1150399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3" name="pl82"/>
              <p:cNvSpPr/>
              <p:nvPr/>
            </p:nvSpPr>
            <p:spPr>
              <a:xfrm>
                <a:off x="1485728" y="4889067"/>
                <a:ext cx="3785866" cy="395101"/>
              </a:xfrm>
              <a:custGeom>
                <a:avLst/>
                <a:gdLst/>
                <a:ahLst/>
                <a:cxnLst/>
                <a:pathLst>
                  <a:path w="3785866" h="395101">
                    <a:moveTo>
                      <a:pt x="3785866" y="0"/>
                    </a:moveTo>
                    <a:lnTo>
                      <a:pt x="3586610" y="48261"/>
                    </a:lnTo>
                    <a:lnTo>
                      <a:pt x="3387354" y="123558"/>
                    </a:lnTo>
                    <a:lnTo>
                      <a:pt x="3188098" y="171676"/>
                    </a:lnTo>
                    <a:lnTo>
                      <a:pt x="2988841" y="184181"/>
                    </a:lnTo>
                    <a:lnTo>
                      <a:pt x="2789585" y="223909"/>
                    </a:lnTo>
                    <a:lnTo>
                      <a:pt x="2590329" y="251968"/>
                    </a:lnTo>
                    <a:lnTo>
                      <a:pt x="2391073" y="293062"/>
                    </a:lnTo>
                    <a:lnTo>
                      <a:pt x="2191817" y="342892"/>
                    </a:lnTo>
                    <a:lnTo>
                      <a:pt x="1992561" y="369830"/>
                    </a:lnTo>
                    <a:lnTo>
                      <a:pt x="1793305" y="385457"/>
                    </a:lnTo>
                    <a:lnTo>
                      <a:pt x="1594049" y="391205"/>
                    </a:lnTo>
                    <a:lnTo>
                      <a:pt x="1394792" y="395101"/>
                    </a:lnTo>
                    <a:lnTo>
                      <a:pt x="1195536" y="392640"/>
                    </a:lnTo>
                    <a:lnTo>
                      <a:pt x="996280" y="385168"/>
                    </a:lnTo>
                    <a:lnTo>
                      <a:pt x="797024" y="372083"/>
                    </a:lnTo>
                    <a:lnTo>
                      <a:pt x="597768" y="360630"/>
                    </a:lnTo>
                    <a:lnTo>
                      <a:pt x="398512" y="347267"/>
                    </a:lnTo>
                    <a:lnTo>
                      <a:pt x="199256" y="341577"/>
                    </a:lnTo>
                    <a:lnTo>
                      <a:pt x="0" y="280462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4" name="pg83"/>
              <p:cNvSpPr/>
              <p:nvPr/>
            </p:nvSpPr>
            <p:spPr>
              <a:xfrm>
                <a:off x="1485728" y="1700685"/>
                <a:ext cx="3785866" cy="3583291"/>
              </a:xfrm>
              <a:custGeom>
                <a:avLst/>
                <a:gdLst/>
                <a:ahLst/>
                <a:cxnLst/>
                <a:pathLst>
                  <a:path w="3785866" h="3583291">
                    <a:moveTo>
                      <a:pt x="0" y="3051892"/>
                    </a:moveTo>
                    <a:lnTo>
                      <a:pt x="199256" y="3076385"/>
                    </a:lnTo>
                    <a:lnTo>
                      <a:pt x="398512" y="3076738"/>
                    </a:lnTo>
                    <a:lnTo>
                      <a:pt x="597768" y="3155371"/>
                    </a:lnTo>
                    <a:lnTo>
                      <a:pt x="797024" y="3194801"/>
                    </a:lnTo>
                    <a:lnTo>
                      <a:pt x="996280" y="3220456"/>
                    </a:lnTo>
                    <a:lnTo>
                      <a:pt x="1195536" y="3302479"/>
                    </a:lnTo>
                    <a:lnTo>
                      <a:pt x="1394792" y="3356729"/>
                    </a:lnTo>
                    <a:lnTo>
                      <a:pt x="1594049" y="3378646"/>
                    </a:lnTo>
                    <a:lnTo>
                      <a:pt x="1793305" y="3345506"/>
                    </a:lnTo>
                    <a:lnTo>
                      <a:pt x="1992561" y="3255578"/>
                    </a:lnTo>
                    <a:lnTo>
                      <a:pt x="2191817" y="3119133"/>
                    </a:lnTo>
                    <a:lnTo>
                      <a:pt x="2391073" y="2921977"/>
                    </a:lnTo>
                    <a:lnTo>
                      <a:pt x="2590329" y="2601482"/>
                    </a:lnTo>
                    <a:lnTo>
                      <a:pt x="2789585" y="2433361"/>
                    </a:lnTo>
                    <a:lnTo>
                      <a:pt x="2988841" y="2206858"/>
                    </a:lnTo>
                    <a:lnTo>
                      <a:pt x="3188098" y="2058559"/>
                    </a:lnTo>
                    <a:lnTo>
                      <a:pt x="3387354" y="1372878"/>
                    </a:lnTo>
                    <a:lnTo>
                      <a:pt x="3586610" y="764083"/>
                    </a:lnTo>
                    <a:lnTo>
                      <a:pt x="3785866" y="0"/>
                    </a:lnTo>
                    <a:lnTo>
                      <a:pt x="3785866" y="2397045"/>
                    </a:lnTo>
                    <a:lnTo>
                      <a:pt x="3586610" y="2749740"/>
                    </a:lnTo>
                    <a:lnTo>
                      <a:pt x="3387354" y="2982656"/>
                    </a:lnTo>
                    <a:lnTo>
                      <a:pt x="3188098" y="3239041"/>
                    </a:lnTo>
                    <a:lnTo>
                      <a:pt x="2988841" y="3316941"/>
                    </a:lnTo>
                    <a:lnTo>
                      <a:pt x="2789585" y="3384430"/>
                    </a:lnTo>
                    <a:lnTo>
                      <a:pt x="2590329" y="3433117"/>
                    </a:lnTo>
                    <a:lnTo>
                      <a:pt x="2391073" y="3471673"/>
                    </a:lnTo>
                    <a:lnTo>
                      <a:pt x="2191817" y="3523084"/>
                    </a:lnTo>
                    <a:lnTo>
                      <a:pt x="1992561" y="3557441"/>
                    </a:lnTo>
                    <a:lnTo>
                      <a:pt x="1793305" y="3573283"/>
                    </a:lnTo>
                    <a:lnTo>
                      <a:pt x="1594049" y="3576616"/>
                    </a:lnTo>
                    <a:lnTo>
                      <a:pt x="1394792" y="3583291"/>
                    </a:lnTo>
                    <a:lnTo>
                      <a:pt x="1195536" y="3575195"/>
                    </a:lnTo>
                    <a:lnTo>
                      <a:pt x="996280" y="3567134"/>
                    </a:lnTo>
                    <a:lnTo>
                      <a:pt x="797024" y="3557999"/>
                    </a:lnTo>
                    <a:lnTo>
                      <a:pt x="597768" y="3549235"/>
                    </a:lnTo>
                    <a:lnTo>
                      <a:pt x="398512" y="3531959"/>
                    </a:lnTo>
                    <a:lnTo>
                      <a:pt x="199256" y="3516367"/>
                    </a:lnTo>
                    <a:lnTo>
                      <a:pt x="0" y="3445846"/>
                    </a:lnTo>
                    <a:close/>
                  </a:path>
                </a:pathLst>
              </a:custGeom>
              <a:solidFill>
                <a:srgbClr val="333333">
                  <a:alpha val="10196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85" name="pl84"/>
              <p:cNvSpPr/>
              <p:nvPr/>
            </p:nvSpPr>
            <p:spPr>
              <a:xfrm>
                <a:off x="1485728" y="1700685"/>
                <a:ext cx="3785866" cy="3378646"/>
              </a:xfrm>
              <a:custGeom>
                <a:avLst/>
                <a:gdLst/>
                <a:ahLst/>
                <a:cxnLst/>
                <a:pathLst>
                  <a:path w="3785866" h="3378646">
                    <a:moveTo>
                      <a:pt x="0" y="3051892"/>
                    </a:moveTo>
                    <a:lnTo>
                      <a:pt x="199256" y="3076385"/>
                    </a:lnTo>
                    <a:lnTo>
                      <a:pt x="398512" y="3076738"/>
                    </a:lnTo>
                    <a:lnTo>
                      <a:pt x="597768" y="3155371"/>
                    </a:lnTo>
                    <a:lnTo>
                      <a:pt x="797024" y="3194801"/>
                    </a:lnTo>
                    <a:lnTo>
                      <a:pt x="996280" y="3220456"/>
                    </a:lnTo>
                    <a:lnTo>
                      <a:pt x="1195536" y="3302479"/>
                    </a:lnTo>
                    <a:lnTo>
                      <a:pt x="1394792" y="3356729"/>
                    </a:lnTo>
                    <a:lnTo>
                      <a:pt x="1594049" y="3378646"/>
                    </a:lnTo>
                    <a:lnTo>
                      <a:pt x="1793305" y="3345506"/>
                    </a:lnTo>
                    <a:lnTo>
                      <a:pt x="1992561" y="3255578"/>
                    </a:lnTo>
                    <a:lnTo>
                      <a:pt x="2191817" y="3119133"/>
                    </a:lnTo>
                    <a:lnTo>
                      <a:pt x="2391073" y="2921977"/>
                    </a:lnTo>
                    <a:lnTo>
                      <a:pt x="2590329" y="2601482"/>
                    </a:lnTo>
                    <a:lnTo>
                      <a:pt x="2789585" y="2433361"/>
                    </a:lnTo>
                    <a:lnTo>
                      <a:pt x="2988841" y="2206858"/>
                    </a:lnTo>
                    <a:lnTo>
                      <a:pt x="3188098" y="2058559"/>
                    </a:lnTo>
                    <a:lnTo>
                      <a:pt x="3387354" y="1372878"/>
                    </a:lnTo>
                    <a:lnTo>
                      <a:pt x="3586610" y="764083"/>
                    </a:lnTo>
                    <a:lnTo>
                      <a:pt x="3785866" y="0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6" name="pl85"/>
              <p:cNvSpPr/>
              <p:nvPr/>
            </p:nvSpPr>
            <p:spPr>
              <a:xfrm>
                <a:off x="1485728" y="4097730"/>
                <a:ext cx="3785866" cy="1186246"/>
              </a:xfrm>
              <a:custGeom>
                <a:avLst/>
                <a:gdLst/>
                <a:ahLst/>
                <a:cxnLst/>
                <a:pathLst>
                  <a:path w="3785866" h="1186246">
                    <a:moveTo>
                      <a:pt x="3785866" y="0"/>
                    </a:moveTo>
                    <a:lnTo>
                      <a:pt x="3586610" y="352695"/>
                    </a:lnTo>
                    <a:lnTo>
                      <a:pt x="3387354" y="585611"/>
                    </a:lnTo>
                    <a:lnTo>
                      <a:pt x="3188098" y="841996"/>
                    </a:lnTo>
                    <a:lnTo>
                      <a:pt x="2988841" y="919896"/>
                    </a:lnTo>
                    <a:lnTo>
                      <a:pt x="2789585" y="987385"/>
                    </a:lnTo>
                    <a:lnTo>
                      <a:pt x="2590329" y="1036072"/>
                    </a:lnTo>
                    <a:lnTo>
                      <a:pt x="2391073" y="1074628"/>
                    </a:lnTo>
                    <a:lnTo>
                      <a:pt x="2191817" y="1126039"/>
                    </a:lnTo>
                    <a:lnTo>
                      <a:pt x="1992561" y="1160396"/>
                    </a:lnTo>
                    <a:lnTo>
                      <a:pt x="1793305" y="1176238"/>
                    </a:lnTo>
                    <a:lnTo>
                      <a:pt x="1594049" y="1179571"/>
                    </a:lnTo>
                    <a:lnTo>
                      <a:pt x="1394792" y="1186246"/>
                    </a:lnTo>
                    <a:lnTo>
                      <a:pt x="1195536" y="1178150"/>
                    </a:lnTo>
                    <a:lnTo>
                      <a:pt x="996280" y="1170089"/>
                    </a:lnTo>
                    <a:lnTo>
                      <a:pt x="797024" y="1160954"/>
                    </a:lnTo>
                    <a:lnTo>
                      <a:pt x="597768" y="1152190"/>
                    </a:lnTo>
                    <a:lnTo>
                      <a:pt x="398512" y="1134914"/>
                    </a:lnTo>
                    <a:lnTo>
                      <a:pt x="199256" y="1119322"/>
                    </a:lnTo>
                    <a:lnTo>
                      <a:pt x="0" y="1048801"/>
                    </a:lnTo>
                  </a:path>
                </a:pathLst>
              </a:custGeom>
            </p:spPr>
            <p:txBody>
              <a:bodyPr/>
              <a:lstStyle/>
              <a:p/>
            </p:txBody>
          </p:sp>
          <p:sp>
            <p:nvSpPr>
              <p:cNvPr id="87" name="tx86"/>
              <p:cNvSpPr/>
              <p:nvPr/>
            </p:nvSpPr>
            <p:spPr>
              <a:xfrm>
                <a:off x="1241389" y="5284422"/>
                <a:ext cx="62155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8" name="tx87"/>
              <p:cNvSpPr/>
              <p:nvPr/>
            </p:nvSpPr>
            <p:spPr>
              <a:xfrm>
                <a:off x="1148183" y="4459177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0.1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9" name="tx88"/>
              <p:cNvSpPr/>
              <p:nvPr/>
            </p:nvSpPr>
            <p:spPr>
              <a:xfrm>
                <a:off x="1148183" y="3633931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0.2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0" name="tx89"/>
              <p:cNvSpPr/>
              <p:nvPr/>
            </p:nvSpPr>
            <p:spPr>
              <a:xfrm>
                <a:off x="1148183" y="2808630"/>
                <a:ext cx="155361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0.3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1" name="tx90"/>
              <p:cNvSpPr/>
              <p:nvPr/>
            </p:nvSpPr>
            <p:spPr>
              <a:xfrm>
                <a:off x="1148183" y="1983439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2" name="tx91"/>
              <p:cNvSpPr/>
              <p:nvPr/>
            </p:nvSpPr>
            <p:spPr>
              <a:xfrm>
                <a:off x="1148183" y="1158193"/>
                <a:ext cx="155361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0.5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93" name="pl92"/>
              <p:cNvSpPr/>
              <p:nvPr/>
            </p:nvSpPr>
            <p:spPr>
              <a:xfrm>
                <a:off x="1331380" y="5326114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4" name="pl93"/>
              <p:cNvSpPr/>
              <p:nvPr/>
            </p:nvSpPr>
            <p:spPr>
              <a:xfrm>
                <a:off x="1331380" y="4500868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5" name="pl94"/>
              <p:cNvSpPr/>
              <p:nvPr/>
            </p:nvSpPr>
            <p:spPr>
              <a:xfrm>
                <a:off x="1331380" y="3675622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6" name="pl95"/>
              <p:cNvSpPr/>
              <p:nvPr/>
            </p:nvSpPr>
            <p:spPr>
              <a:xfrm>
                <a:off x="1331380" y="2850377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7" name="pl96"/>
              <p:cNvSpPr/>
              <p:nvPr/>
            </p:nvSpPr>
            <p:spPr>
              <a:xfrm>
                <a:off x="1331380" y="2025131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8" name="pl97"/>
              <p:cNvSpPr/>
              <p:nvPr/>
            </p:nvSpPr>
            <p:spPr>
              <a:xfrm>
                <a:off x="1331380" y="1199885"/>
                <a:ext cx="34794" cy="0"/>
              </a:xfrm>
              <a:custGeom>
                <a:avLst/>
                <a:gdLst/>
                <a:ahLst/>
                <a:cxnLst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99" name="pl98"/>
              <p:cNvSpPr/>
              <p:nvPr/>
            </p:nvSpPr>
            <p:spPr>
              <a:xfrm>
                <a:off x="148572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0" name="pl99"/>
              <p:cNvSpPr/>
              <p:nvPr/>
            </p:nvSpPr>
            <p:spPr>
              <a:xfrm>
                <a:off x="168498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1" name="pl100"/>
              <p:cNvSpPr/>
              <p:nvPr/>
            </p:nvSpPr>
            <p:spPr>
              <a:xfrm>
                <a:off x="188424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2" name="pl101"/>
              <p:cNvSpPr/>
              <p:nvPr/>
            </p:nvSpPr>
            <p:spPr>
              <a:xfrm>
                <a:off x="208349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3" name="pl102"/>
              <p:cNvSpPr/>
              <p:nvPr/>
            </p:nvSpPr>
            <p:spPr>
              <a:xfrm>
                <a:off x="228275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4" name="pl103"/>
              <p:cNvSpPr/>
              <p:nvPr/>
            </p:nvSpPr>
            <p:spPr>
              <a:xfrm>
                <a:off x="248200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5" name="pl104"/>
              <p:cNvSpPr/>
              <p:nvPr/>
            </p:nvSpPr>
            <p:spPr>
              <a:xfrm>
                <a:off x="268126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6" name="pl105"/>
              <p:cNvSpPr/>
              <p:nvPr/>
            </p:nvSpPr>
            <p:spPr>
              <a:xfrm>
                <a:off x="2880521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7" name="pl106"/>
              <p:cNvSpPr/>
              <p:nvPr/>
            </p:nvSpPr>
            <p:spPr>
              <a:xfrm>
                <a:off x="307977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8" name="pl107"/>
              <p:cNvSpPr/>
              <p:nvPr/>
            </p:nvSpPr>
            <p:spPr>
              <a:xfrm>
                <a:off x="327903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09" name="pl108"/>
              <p:cNvSpPr/>
              <p:nvPr/>
            </p:nvSpPr>
            <p:spPr>
              <a:xfrm>
                <a:off x="347829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0" name="pl109"/>
              <p:cNvSpPr/>
              <p:nvPr/>
            </p:nvSpPr>
            <p:spPr>
              <a:xfrm>
                <a:off x="3677546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1" name="pl110"/>
              <p:cNvSpPr/>
              <p:nvPr/>
            </p:nvSpPr>
            <p:spPr>
              <a:xfrm>
                <a:off x="3876802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2" name="pl111"/>
              <p:cNvSpPr/>
              <p:nvPr/>
            </p:nvSpPr>
            <p:spPr>
              <a:xfrm>
                <a:off x="4076058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3" name="pl112"/>
              <p:cNvSpPr/>
              <p:nvPr/>
            </p:nvSpPr>
            <p:spPr>
              <a:xfrm>
                <a:off x="4275314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4" name="pl113"/>
              <p:cNvSpPr/>
              <p:nvPr/>
            </p:nvSpPr>
            <p:spPr>
              <a:xfrm>
                <a:off x="4474570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5" name="pl114"/>
              <p:cNvSpPr/>
              <p:nvPr/>
            </p:nvSpPr>
            <p:spPr>
              <a:xfrm>
                <a:off x="4673827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6" name="pl115"/>
              <p:cNvSpPr/>
              <p:nvPr/>
            </p:nvSpPr>
            <p:spPr>
              <a:xfrm>
                <a:off x="4873083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7" name="pl116"/>
              <p:cNvSpPr/>
              <p:nvPr/>
            </p:nvSpPr>
            <p:spPr>
              <a:xfrm>
                <a:off x="5072339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8" name="pl117"/>
              <p:cNvSpPr/>
              <p:nvPr/>
            </p:nvSpPr>
            <p:spPr>
              <a:xfrm>
                <a:off x="5271595" y="6000866"/>
                <a:ext cx="0" cy="34794"/>
              </a:xfrm>
              <a:custGeom>
                <a:avLst/>
                <a:gdLst/>
                <a:ahLst/>
                <a:cxnLst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19" name="tx118"/>
              <p:cNvSpPr/>
              <p:nvPr/>
            </p:nvSpPr>
            <p:spPr>
              <a:xfrm>
                <a:off x="1422018" y="6063223"/>
                <a:ext cx="127421" cy="802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&lt;5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0" name="tx119"/>
              <p:cNvSpPr/>
              <p:nvPr/>
            </p:nvSpPr>
            <p:spPr>
              <a:xfrm>
                <a:off x="1604220" y="6061805"/>
                <a:ext cx="161528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5-9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1" name="tx120"/>
              <p:cNvSpPr/>
              <p:nvPr/>
            </p:nvSpPr>
            <p:spPr>
              <a:xfrm>
                <a:off x="174132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10-14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2" name="tx121"/>
              <p:cNvSpPr/>
              <p:nvPr/>
            </p:nvSpPr>
            <p:spPr>
              <a:xfrm>
                <a:off x="194057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15-19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3" name="tx122"/>
              <p:cNvSpPr/>
              <p:nvPr/>
            </p:nvSpPr>
            <p:spPr>
              <a:xfrm>
                <a:off x="213983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20-24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4" name="tx123"/>
              <p:cNvSpPr/>
              <p:nvPr/>
            </p:nvSpPr>
            <p:spPr>
              <a:xfrm>
                <a:off x="233908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25-29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5" name="tx124"/>
              <p:cNvSpPr/>
              <p:nvPr/>
            </p:nvSpPr>
            <p:spPr>
              <a:xfrm>
                <a:off x="2538346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30-34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6" name="tx125"/>
              <p:cNvSpPr/>
              <p:nvPr/>
            </p:nvSpPr>
            <p:spPr>
              <a:xfrm>
                <a:off x="2737602" y="6061750"/>
                <a:ext cx="285839" cy="81746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35-39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7" name="tx126"/>
              <p:cNvSpPr/>
              <p:nvPr/>
            </p:nvSpPr>
            <p:spPr>
              <a:xfrm>
                <a:off x="293685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40-44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8" name="tx127"/>
              <p:cNvSpPr/>
              <p:nvPr/>
            </p:nvSpPr>
            <p:spPr>
              <a:xfrm>
                <a:off x="3136114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45-49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9" name="tx128"/>
              <p:cNvSpPr/>
              <p:nvPr/>
            </p:nvSpPr>
            <p:spPr>
              <a:xfrm>
                <a:off x="3335370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50-54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0" name="tx129"/>
              <p:cNvSpPr/>
              <p:nvPr/>
            </p:nvSpPr>
            <p:spPr>
              <a:xfrm>
                <a:off x="3534626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55-59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1" name="tx130"/>
              <p:cNvSpPr/>
              <p:nvPr/>
            </p:nvSpPr>
            <p:spPr>
              <a:xfrm>
                <a:off x="3733882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60-64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2" name="tx131"/>
              <p:cNvSpPr/>
              <p:nvPr/>
            </p:nvSpPr>
            <p:spPr>
              <a:xfrm>
                <a:off x="3933138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65-69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" name="tx132"/>
              <p:cNvSpPr/>
              <p:nvPr/>
            </p:nvSpPr>
            <p:spPr>
              <a:xfrm>
                <a:off x="4132395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70-74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4" name="tx133"/>
              <p:cNvSpPr/>
              <p:nvPr/>
            </p:nvSpPr>
            <p:spPr>
              <a:xfrm>
                <a:off x="4331651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75-79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5" name="tx134"/>
              <p:cNvSpPr/>
              <p:nvPr/>
            </p:nvSpPr>
            <p:spPr>
              <a:xfrm>
                <a:off x="4530907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80-84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6" name="tx135"/>
              <p:cNvSpPr/>
              <p:nvPr/>
            </p:nvSpPr>
            <p:spPr>
              <a:xfrm>
                <a:off x="4730163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85-89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7" name="tx136"/>
              <p:cNvSpPr/>
              <p:nvPr/>
            </p:nvSpPr>
            <p:spPr>
              <a:xfrm>
                <a:off x="4929419" y="6061805"/>
                <a:ext cx="285839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90-94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8" name="tx137"/>
              <p:cNvSpPr/>
              <p:nvPr/>
            </p:nvSpPr>
            <p:spPr>
              <a:xfrm>
                <a:off x="5176806" y="6061805"/>
                <a:ext cx="189577" cy="81691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4D4D4D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95+</a:t>
                </a:r>
                <a:endPara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9" name="tx138"/>
              <p:cNvSpPr/>
              <p:nvPr/>
            </p:nvSpPr>
            <p:spPr>
              <a:xfrm>
                <a:off x="3254378" y="6172411"/>
                <a:ext cx="248567" cy="12939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Age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0" name="tx139"/>
              <p:cNvSpPr/>
              <p:nvPr/>
            </p:nvSpPr>
            <p:spPr>
              <a:xfrm rot="-5400000">
                <a:off x="407214" y="3440756"/>
                <a:ext cx="1250205" cy="10334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The Rate of Deaths 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1" name="rc140"/>
              <p:cNvSpPr/>
              <p:nvPr/>
            </p:nvSpPr>
            <p:spPr>
              <a:xfrm>
                <a:off x="5530327" y="3103888"/>
                <a:ext cx="800883" cy="777078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2" name="tx141"/>
              <p:cNvSpPr/>
              <p:nvPr/>
            </p:nvSpPr>
            <p:spPr>
              <a:xfrm>
                <a:off x="5599916" y="3184766"/>
                <a:ext cx="240723" cy="1034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11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Sex</a:t>
                </a:r>
                <a:endPara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3" name="rc142"/>
              <p:cNvSpPr/>
              <p:nvPr/>
            </p:nvSpPr>
            <p:spPr>
              <a:xfrm>
                <a:off x="5599916" y="3372466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4" name="pl143"/>
              <p:cNvSpPr/>
              <p:nvPr/>
            </p:nvSpPr>
            <p:spPr>
              <a:xfrm>
                <a:off x="5621861" y="3482194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5" name="pt144"/>
              <p:cNvSpPr/>
              <p:nvPr/>
            </p:nvSpPr>
            <p:spPr>
              <a:xfrm>
                <a:off x="5678042" y="3450593"/>
                <a:ext cx="63202" cy="63202"/>
              </a:xfrm>
              <a:prstGeom prst="ellipse">
                <a:avLst/>
              </a:prstGeom>
              <a:solidFill>
                <a:srgbClr val="4682B4">
                  <a:alpha val="100000"/>
                </a:srgbClr>
              </a:solidFill>
              <a:ln w="9000" cap="rnd">
                <a:solidFill>
                  <a:srgbClr val="4682B4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6" name="rc145"/>
              <p:cNvSpPr/>
              <p:nvPr/>
            </p:nvSpPr>
            <p:spPr>
              <a:xfrm>
                <a:off x="5599916" y="3591922"/>
                <a:ext cx="219455" cy="219455"/>
              </a:xfrm>
              <a:prstGeom prst="rect">
                <a:avLst/>
              </a:prstGeom>
              <a:solidFill>
                <a:srgbClr val="EBEBEB">
                  <a:alpha val="100000"/>
                </a:srgbClr>
              </a:solidFill>
            </p:spPr>
            <p:txBody>
              <a:bodyPr/>
              <a:lstStyle/>
              <a:p/>
            </p:txBody>
          </p:sp>
          <p:sp>
            <p:nvSpPr>
              <p:cNvPr id="147" name="pl146"/>
              <p:cNvSpPr/>
              <p:nvPr/>
            </p:nvSpPr>
            <p:spPr>
              <a:xfrm>
                <a:off x="5621861" y="3701650"/>
                <a:ext cx="175564" cy="0"/>
              </a:xfrm>
              <a:custGeom>
                <a:avLst/>
                <a:gdLst/>
                <a:ahLst/>
                <a:cxnLst/>
                <a:pathLst>
                  <a:path w="175564">
                    <a:moveTo>
                      <a:pt x="0" y="0"/>
                    </a:moveTo>
                    <a:lnTo>
                      <a:pt x="175564" y="0"/>
                    </a:lnTo>
                  </a:path>
                </a:pathLst>
              </a:custGeom>
              <a:ln w="32521" cap="flat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8" name="pt147"/>
              <p:cNvSpPr/>
              <p:nvPr/>
            </p:nvSpPr>
            <p:spPr>
              <a:xfrm>
                <a:off x="5678042" y="3670049"/>
                <a:ext cx="63202" cy="63202"/>
              </a:xfrm>
              <a:prstGeom prst="ellipse">
                <a:avLst/>
              </a:prstGeom>
              <a:solidFill>
                <a:srgbClr val="E31A1C">
                  <a:alpha val="100000"/>
                </a:srgbClr>
              </a:solidFill>
              <a:ln w="9000" cap="rnd">
                <a:solidFill>
                  <a:srgbClr val="E31A1C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/>
            </p:txBody>
          </p:sp>
          <p:sp>
            <p:nvSpPr>
              <p:cNvPr id="149" name="tx148"/>
              <p:cNvSpPr/>
              <p:nvPr/>
            </p:nvSpPr>
            <p:spPr>
              <a:xfrm>
                <a:off x="5888961" y="3440884"/>
                <a:ext cx="372660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Female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50" name="tx149"/>
              <p:cNvSpPr/>
              <p:nvPr/>
            </p:nvSpPr>
            <p:spPr>
              <a:xfrm>
                <a:off x="5888961" y="3660340"/>
                <a:ext cx="242237" cy="81309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lnSpc>
                    <a:spcPts val="88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>
                    <a:solidFill>
                      <a:srgbClr val="000000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Male</a:t>
                </a:r>
                <a:endPara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51" name="文本框 150"/>
            <p:cNvSpPr txBox="1"/>
            <p:nvPr/>
          </p:nvSpPr>
          <p:spPr>
            <a:xfrm>
              <a:off x="5190" y="9709"/>
              <a:ext cx="29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High-middle </a:t>
              </a:r>
              <a:r>
                <a:rPr lang="en-US" altLang="zh-CN"/>
                <a:t>SDI</a:t>
              </a:r>
              <a:endParaRPr lang="en-US" altLang="zh-CN"/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WPS 演示</Application>
  <PresentationFormat>Présentation à l'écran (4:3)</PresentationFormat>
  <Paragraphs>64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2025-06-13T10:50:39Z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0C5B659F5C6D4215B995DA8494108888_12</vt:lpwstr>
  </property>
  <property fmtid="{D5CDD505-2E9C-101B-9397-08002B2CF9AE}" pid="3" name="KSOProductBuildVer">
    <vt:lpwstr>2052-12.1.0.21541</vt:lpwstr>
  </property>
</Properties>
</file>