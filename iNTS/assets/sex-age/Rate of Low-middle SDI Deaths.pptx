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/>
          <p:cNvGrpSpPr/>
          <p:nvPr/>
        </p:nvGrpSpPr>
        <p:grpSpPr>
          <a:xfrm>
            <a:off x="36830" y="46990"/>
            <a:ext cx="9028430" cy="6515100"/>
            <a:chOff x="58" y="74"/>
            <a:chExt cx="14218" cy="10260"/>
          </a:xfrm>
        </p:grpSpPr>
        <p:grpSp>
          <p:nvGrpSpPr>
            <p:cNvPr id="3" name="组合 2"/>
            <p:cNvGrpSpPr/>
            <p:nvPr/>
          </p:nvGrpSpPr>
          <p:grpSpPr>
            <a:xfrm>
              <a:off x="58" y="74"/>
              <a:ext cx="14218" cy="10260"/>
              <a:chOff x="914400" y="914400"/>
              <a:chExt cx="5486400" cy="5810928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81092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272969" y="983989"/>
                <a:ext cx="4118179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272969" y="4607706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272969" y="3203489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272969" y="1799271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272969" y="5309815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272969" y="3905598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272969" y="2501380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272969" y="1097162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9529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59916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80303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20069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221077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41464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61851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8223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30262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323012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43399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63786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8417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404560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424947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45334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65721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861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506495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52688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1395291" y="3638796"/>
                <a:ext cx="3873535" cy="1537618"/>
              </a:xfrm>
              <a:custGeom>
                <a:avLst/>
                <a:gdLst/>
                <a:ahLst/>
                <a:cxnLst/>
                <a:pathLst>
                  <a:path w="3873535" h="1537618">
                    <a:moveTo>
                      <a:pt x="0" y="0"/>
                    </a:moveTo>
                    <a:lnTo>
                      <a:pt x="203870" y="996994"/>
                    </a:lnTo>
                    <a:lnTo>
                      <a:pt x="407740" y="1228690"/>
                    </a:lnTo>
                    <a:lnTo>
                      <a:pt x="611610" y="1326985"/>
                    </a:lnTo>
                    <a:lnTo>
                      <a:pt x="815481" y="1390175"/>
                    </a:lnTo>
                    <a:lnTo>
                      <a:pt x="1019351" y="1446344"/>
                    </a:lnTo>
                    <a:lnTo>
                      <a:pt x="1223221" y="1502512"/>
                    </a:lnTo>
                    <a:lnTo>
                      <a:pt x="1427092" y="1523576"/>
                    </a:lnTo>
                    <a:lnTo>
                      <a:pt x="1630962" y="1537618"/>
                    </a:lnTo>
                    <a:lnTo>
                      <a:pt x="1834832" y="1530597"/>
                    </a:lnTo>
                    <a:lnTo>
                      <a:pt x="2038702" y="1495491"/>
                    </a:lnTo>
                    <a:lnTo>
                      <a:pt x="2242573" y="1404217"/>
                    </a:lnTo>
                    <a:lnTo>
                      <a:pt x="2446443" y="1312943"/>
                    </a:lnTo>
                    <a:lnTo>
                      <a:pt x="2650313" y="1207627"/>
                    </a:lnTo>
                    <a:lnTo>
                      <a:pt x="2854184" y="1151458"/>
                    </a:lnTo>
                    <a:lnTo>
                      <a:pt x="3058054" y="1130395"/>
                    </a:lnTo>
                    <a:lnTo>
                      <a:pt x="3261924" y="1102310"/>
                    </a:lnTo>
                    <a:lnTo>
                      <a:pt x="3465795" y="1074226"/>
                    </a:lnTo>
                    <a:lnTo>
                      <a:pt x="3669665" y="1032099"/>
                    </a:lnTo>
                    <a:lnTo>
                      <a:pt x="3873535" y="1025078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1395291" y="3077109"/>
                <a:ext cx="3873535" cy="2050157"/>
              </a:xfrm>
              <a:custGeom>
                <a:avLst/>
                <a:gdLst/>
                <a:ahLst/>
                <a:cxnLst/>
                <a:pathLst>
                  <a:path w="3873535" h="2050157">
                    <a:moveTo>
                      <a:pt x="0" y="0"/>
                    </a:moveTo>
                    <a:lnTo>
                      <a:pt x="203870" y="1446344"/>
                    </a:lnTo>
                    <a:lnTo>
                      <a:pt x="407740" y="1818461"/>
                    </a:lnTo>
                    <a:lnTo>
                      <a:pt x="611610" y="1965904"/>
                    </a:lnTo>
                    <a:lnTo>
                      <a:pt x="815481" y="1993989"/>
                    </a:lnTo>
                    <a:lnTo>
                      <a:pt x="1019351" y="2001010"/>
                    </a:lnTo>
                    <a:lnTo>
                      <a:pt x="1223221" y="2008031"/>
                    </a:lnTo>
                    <a:lnTo>
                      <a:pt x="1427092" y="2029094"/>
                    </a:lnTo>
                    <a:lnTo>
                      <a:pt x="1630962" y="2036115"/>
                    </a:lnTo>
                    <a:lnTo>
                      <a:pt x="1834832" y="2050157"/>
                    </a:lnTo>
                    <a:lnTo>
                      <a:pt x="2038702" y="2029094"/>
                    </a:lnTo>
                    <a:lnTo>
                      <a:pt x="2242573" y="1958883"/>
                    </a:lnTo>
                    <a:lnTo>
                      <a:pt x="2446443" y="1874630"/>
                    </a:lnTo>
                    <a:lnTo>
                      <a:pt x="2650313" y="1776335"/>
                    </a:lnTo>
                    <a:lnTo>
                      <a:pt x="2854184" y="1692082"/>
                    </a:lnTo>
                    <a:lnTo>
                      <a:pt x="3058054" y="1635913"/>
                    </a:lnTo>
                    <a:lnTo>
                      <a:pt x="3261924" y="1593787"/>
                    </a:lnTo>
                    <a:lnTo>
                      <a:pt x="3465795" y="1551660"/>
                    </a:lnTo>
                    <a:lnTo>
                      <a:pt x="3669665" y="1495491"/>
                    </a:lnTo>
                    <a:lnTo>
                      <a:pt x="3873535" y="1572723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t35"/>
              <p:cNvSpPr/>
              <p:nvPr/>
            </p:nvSpPr>
            <p:spPr>
              <a:xfrm>
                <a:off x="1363690" y="360719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t36"/>
              <p:cNvSpPr/>
              <p:nvPr/>
            </p:nvSpPr>
            <p:spPr>
              <a:xfrm>
                <a:off x="1567560" y="460418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771430" y="483588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1975300" y="493418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2179171" y="499737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383041" y="505353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586911" y="510970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790782" y="513077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994652" y="514481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3198522" y="51377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402393" y="510268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606263" y="501141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810133" y="492013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4014003" y="481482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4217874" y="475865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421744" y="473759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625614" y="470950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829485" y="468142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5033355" y="463929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5237225" y="463227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1363690" y="304550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1567560" y="449185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771430" y="486397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1975300" y="501141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2179171" y="503949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383041" y="504651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586911" y="505353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790782" y="50746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994652" y="508162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3198522" y="509566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402393" y="50746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606263" y="50043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810133" y="492013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4014003" y="482184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4217874" y="473759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421744" y="468142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625614" y="463929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829485" y="459716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5033355" y="454100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5237225" y="461823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g75"/>
              <p:cNvSpPr/>
              <p:nvPr/>
            </p:nvSpPr>
            <p:spPr>
              <a:xfrm>
                <a:off x="1395291" y="2547823"/>
                <a:ext cx="3873535" cy="2735576"/>
              </a:xfrm>
              <a:custGeom>
                <a:avLst/>
                <a:gdLst/>
                <a:ahLst/>
                <a:cxnLst/>
                <a:pathLst>
                  <a:path w="3873535" h="2735576">
                    <a:moveTo>
                      <a:pt x="0" y="0"/>
                    </a:moveTo>
                    <a:lnTo>
                      <a:pt x="203870" y="1558268"/>
                    </a:lnTo>
                    <a:lnTo>
                      <a:pt x="407740" y="1943022"/>
                    </a:lnTo>
                    <a:lnTo>
                      <a:pt x="611610" y="2095332"/>
                    </a:lnTo>
                    <a:lnTo>
                      <a:pt x="815481" y="2203414"/>
                    </a:lnTo>
                    <a:lnTo>
                      <a:pt x="1019351" y="2325937"/>
                    </a:lnTo>
                    <a:lnTo>
                      <a:pt x="1223221" y="2434144"/>
                    </a:lnTo>
                    <a:lnTo>
                      <a:pt x="1427092" y="2505129"/>
                    </a:lnTo>
                    <a:lnTo>
                      <a:pt x="1630962" y="2535347"/>
                    </a:lnTo>
                    <a:lnTo>
                      <a:pt x="1834832" y="2533607"/>
                    </a:lnTo>
                    <a:lnTo>
                      <a:pt x="2038702" y="2472911"/>
                    </a:lnTo>
                    <a:lnTo>
                      <a:pt x="2242573" y="2299730"/>
                    </a:lnTo>
                    <a:lnTo>
                      <a:pt x="2446443" y="2135883"/>
                    </a:lnTo>
                    <a:lnTo>
                      <a:pt x="2650313" y="1964038"/>
                    </a:lnTo>
                    <a:lnTo>
                      <a:pt x="2854184" y="1892633"/>
                    </a:lnTo>
                    <a:lnTo>
                      <a:pt x="3058054" y="1847264"/>
                    </a:lnTo>
                    <a:lnTo>
                      <a:pt x="3261924" y="1747452"/>
                    </a:lnTo>
                    <a:lnTo>
                      <a:pt x="3465795" y="1674115"/>
                    </a:lnTo>
                    <a:lnTo>
                      <a:pt x="3669665" y="1388010"/>
                    </a:lnTo>
                    <a:lnTo>
                      <a:pt x="3873535" y="1055537"/>
                    </a:lnTo>
                    <a:lnTo>
                      <a:pt x="3873535" y="2735576"/>
                    </a:lnTo>
                    <a:lnTo>
                      <a:pt x="3669665" y="2600523"/>
                    </a:lnTo>
                    <a:lnTo>
                      <a:pt x="3465795" y="2526145"/>
                    </a:lnTo>
                    <a:lnTo>
                      <a:pt x="3261924" y="2516248"/>
                    </a:lnTo>
                    <a:lnTo>
                      <a:pt x="3058054" y="2492848"/>
                    </a:lnTo>
                    <a:lnTo>
                      <a:pt x="2854184" y="2507986"/>
                    </a:lnTo>
                    <a:lnTo>
                      <a:pt x="2650313" y="2529515"/>
                    </a:lnTo>
                    <a:lnTo>
                      <a:pt x="2446443" y="2588860"/>
                    </a:lnTo>
                    <a:lnTo>
                      <a:pt x="2242573" y="2631293"/>
                    </a:lnTo>
                    <a:lnTo>
                      <a:pt x="2038702" y="2669562"/>
                    </a:lnTo>
                    <a:lnTo>
                      <a:pt x="1834832" y="2688219"/>
                    </a:lnTo>
                    <a:lnTo>
                      <a:pt x="1630962" y="2692999"/>
                    </a:lnTo>
                    <a:lnTo>
                      <a:pt x="1427092" y="2688641"/>
                    </a:lnTo>
                    <a:lnTo>
                      <a:pt x="1223221" y="2683143"/>
                    </a:lnTo>
                    <a:lnTo>
                      <a:pt x="1019351" y="2663218"/>
                    </a:lnTo>
                    <a:lnTo>
                      <a:pt x="815481" y="2644605"/>
                    </a:lnTo>
                    <a:lnTo>
                      <a:pt x="611610" y="2615056"/>
                    </a:lnTo>
                    <a:lnTo>
                      <a:pt x="407740" y="2557000"/>
                    </a:lnTo>
                    <a:lnTo>
                      <a:pt x="203870" y="2433158"/>
                    </a:lnTo>
                    <a:lnTo>
                      <a:pt x="0" y="1832507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7" name="pl76"/>
              <p:cNvSpPr/>
              <p:nvPr/>
            </p:nvSpPr>
            <p:spPr>
              <a:xfrm>
                <a:off x="1395291" y="2547823"/>
                <a:ext cx="3873535" cy="2535347"/>
              </a:xfrm>
              <a:custGeom>
                <a:avLst/>
                <a:gdLst/>
                <a:ahLst/>
                <a:cxnLst/>
                <a:pathLst>
                  <a:path w="3873535" h="2535347">
                    <a:moveTo>
                      <a:pt x="0" y="0"/>
                    </a:moveTo>
                    <a:lnTo>
                      <a:pt x="203870" y="1558268"/>
                    </a:lnTo>
                    <a:lnTo>
                      <a:pt x="407740" y="1943022"/>
                    </a:lnTo>
                    <a:lnTo>
                      <a:pt x="611610" y="2095332"/>
                    </a:lnTo>
                    <a:lnTo>
                      <a:pt x="815481" y="2203414"/>
                    </a:lnTo>
                    <a:lnTo>
                      <a:pt x="1019351" y="2325937"/>
                    </a:lnTo>
                    <a:lnTo>
                      <a:pt x="1223221" y="2434144"/>
                    </a:lnTo>
                    <a:lnTo>
                      <a:pt x="1427092" y="2505129"/>
                    </a:lnTo>
                    <a:lnTo>
                      <a:pt x="1630962" y="2535347"/>
                    </a:lnTo>
                    <a:lnTo>
                      <a:pt x="1834832" y="2533607"/>
                    </a:lnTo>
                    <a:lnTo>
                      <a:pt x="2038702" y="2472911"/>
                    </a:lnTo>
                    <a:lnTo>
                      <a:pt x="2242573" y="2299730"/>
                    </a:lnTo>
                    <a:lnTo>
                      <a:pt x="2446443" y="2135883"/>
                    </a:lnTo>
                    <a:lnTo>
                      <a:pt x="2650313" y="1964038"/>
                    </a:lnTo>
                    <a:lnTo>
                      <a:pt x="2854184" y="1892633"/>
                    </a:lnTo>
                    <a:lnTo>
                      <a:pt x="3058054" y="1847264"/>
                    </a:lnTo>
                    <a:lnTo>
                      <a:pt x="3261924" y="1747452"/>
                    </a:lnTo>
                    <a:lnTo>
                      <a:pt x="3465795" y="1674115"/>
                    </a:lnTo>
                    <a:lnTo>
                      <a:pt x="3669665" y="1388010"/>
                    </a:lnTo>
                    <a:lnTo>
                      <a:pt x="3873535" y="1055537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8" name="pl77"/>
              <p:cNvSpPr/>
              <p:nvPr/>
            </p:nvSpPr>
            <p:spPr>
              <a:xfrm>
                <a:off x="1395291" y="4380331"/>
                <a:ext cx="3873535" cy="903069"/>
              </a:xfrm>
              <a:custGeom>
                <a:avLst/>
                <a:gdLst/>
                <a:ahLst/>
                <a:cxnLst/>
                <a:pathLst>
                  <a:path w="3873535" h="903069">
                    <a:moveTo>
                      <a:pt x="3873535" y="903069"/>
                    </a:moveTo>
                    <a:lnTo>
                      <a:pt x="3669665" y="768015"/>
                    </a:lnTo>
                    <a:lnTo>
                      <a:pt x="3465795" y="693638"/>
                    </a:lnTo>
                    <a:lnTo>
                      <a:pt x="3261924" y="683740"/>
                    </a:lnTo>
                    <a:lnTo>
                      <a:pt x="3058054" y="660340"/>
                    </a:lnTo>
                    <a:lnTo>
                      <a:pt x="2854184" y="675479"/>
                    </a:lnTo>
                    <a:lnTo>
                      <a:pt x="2650313" y="697007"/>
                    </a:lnTo>
                    <a:lnTo>
                      <a:pt x="2446443" y="756353"/>
                    </a:lnTo>
                    <a:lnTo>
                      <a:pt x="2242573" y="798785"/>
                    </a:lnTo>
                    <a:lnTo>
                      <a:pt x="2038702" y="837055"/>
                    </a:lnTo>
                    <a:lnTo>
                      <a:pt x="1834832" y="855712"/>
                    </a:lnTo>
                    <a:lnTo>
                      <a:pt x="1630962" y="860492"/>
                    </a:lnTo>
                    <a:lnTo>
                      <a:pt x="1427092" y="856134"/>
                    </a:lnTo>
                    <a:lnTo>
                      <a:pt x="1223221" y="850636"/>
                    </a:lnTo>
                    <a:lnTo>
                      <a:pt x="1019351" y="830711"/>
                    </a:lnTo>
                    <a:lnTo>
                      <a:pt x="815481" y="812098"/>
                    </a:lnTo>
                    <a:lnTo>
                      <a:pt x="611610" y="782548"/>
                    </a:lnTo>
                    <a:lnTo>
                      <a:pt x="407740" y="724492"/>
                    </a:lnTo>
                    <a:lnTo>
                      <a:pt x="203870" y="600651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9" name="pg78"/>
              <p:cNvSpPr/>
              <p:nvPr/>
            </p:nvSpPr>
            <p:spPr>
              <a:xfrm>
                <a:off x="1395291" y="1700685"/>
                <a:ext cx="3873535" cy="3583483"/>
              </a:xfrm>
              <a:custGeom>
                <a:avLst/>
                <a:gdLst/>
                <a:ahLst/>
                <a:cxnLst/>
                <a:pathLst>
                  <a:path w="3873535" h="3583483">
                    <a:moveTo>
                      <a:pt x="0" y="0"/>
                    </a:moveTo>
                    <a:lnTo>
                      <a:pt x="203870" y="2231197"/>
                    </a:lnTo>
                    <a:lnTo>
                      <a:pt x="407740" y="2835246"/>
                    </a:lnTo>
                    <a:lnTo>
                      <a:pt x="611610" y="3111919"/>
                    </a:lnTo>
                    <a:lnTo>
                      <a:pt x="815481" y="3122987"/>
                    </a:lnTo>
                    <a:lnTo>
                      <a:pt x="1019351" y="3150049"/>
                    </a:lnTo>
                    <a:lnTo>
                      <a:pt x="1223221" y="3180578"/>
                    </a:lnTo>
                    <a:lnTo>
                      <a:pt x="1427092" y="3243127"/>
                    </a:lnTo>
                    <a:lnTo>
                      <a:pt x="1630962" y="3275604"/>
                    </a:lnTo>
                    <a:lnTo>
                      <a:pt x="1834832" y="3304179"/>
                    </a:lnTo>
                    <a:lnTo>
                      <a:pt x="2038702" y="3267486"/>
                    </a:lnTo>
                    <a:lnTo>
                      <a:pt x="2242573" y="3151131"/>
                    </a:lnTo>
                    <a:lnTo>
                      <a:pt x="2446443" y="2993215"/>
                    </a:lnTo>
                    <a:lnTo>
                      <a:pt x="2650313" y="2836348"/>
                    </a:lnTo>
                    <a:lnTo>
                      <a:pt x="2854184" y="2680049"/>
                    </a:lnTo>
                    <a:lnTo>
                      <a:pt x="3058054" y="2591584"/>
                    </a:lnTo>
                    <a:lnTo>
                      <a:pt x="3261924" y="2455856"/>
                    </a:lnTo>
                    <a:lnTo>
                      <a:pt x="3465795" y="2349819"/>
                    </a:lnTo>
                    <a:lnTo>
                      <a:pt x="3669665" y="2109696"/>
                    </a:lnTo>
                    <a:lnTo>
                      <a:pt x="3873535" y="1839805"/>
                    </a:lnTo>
                    <a:lnTo>
                      <a:pt x="3873535" y="3583483"/>
                    </a:lnTo>
                    <a:lnTo>
                      <a:pt x="3669665" y="3421337"/>
                    </a:lnTo>
                    <a:lnTo>
                      <a:pt x="3465795" y="3342375"/>
                    </a:lnTo>
                    <a:lnTo>
                      <a:pt x="3261924" y="3336879"/>
                    </a:lnTo>
                    <a:lnTo>
                      <a:pt x="3058054" y="3313113"/>
                    </a:lnTo>
                    <a:lnTo>
                      <a:pt x="2854184" y="3338849"/>
                    </a:lnTo>
                    <a:lnTo>
                      <a:pt x="2650313" y="3380089"/>
                    </a:lnTo>
                    <a:lnTo>
                      <a:pt x="2446443" y="3430920"/>
                    </a:lnTo>
                    <a:lnTo>
                      <a:pt x="2242573" y="3470461"/>
                    </a:lnTo>
                    <a:lnTo>
                      <a:pt x="2038702" y="3502489"/>
                    </a:lnTo>
                    <a:lnTo>
                      <a:pt x="1834832" y="3507666"/>
                    </a:lnTo>
                    <a:lnTo>
                      <a:pt x="1630962" y="3504070"/>
                    </a:lnTo>
                    <a:lnTo>
                      <a:pt x="1427092" y="3507501"/>
                    </a:lnTo>
                    <a:lnTo>
                      <a:pt x="1223221" y="3508530"/>
                    </a:lnTo>
                    <a:lnTo>
                      <a:pt x="1019351" y="3508553"/>
                    </a:lnTo>
                    <a:lnTo>
                      <a:pt x="815481" y="3508606"/>
                    </a:lnTo>
                    <a:lnTo>
                      <a:pt x="611610" y="3493955"/>
                    </a:lnTo>
                    <a:lnTo>
                      <a:pt x="407740" y="3423155"/>
                    </a:lnTo>
                    <a:lnTo>
                      <a:pt x="203870" y="3222615"/>
                    </a:lnTo>
                    <a:lnTo>
                      <a:pt x="0" y="2363716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395291" y="1700685"/>
                <a:ext cx="3873535" cy="3304179"/>
              </a:xfrm>
              <a:custGeom>
                <a:avLst/>
                <a:gdLst/>
                <a:ahLst/>
                <a:cxnLst/>
                <a:pathLst>
                  <a:path w="3873535" h="3304179">
                    <a:moveTo>
                      <a:pt x="0" y="0"/>
                    </a:moveTo>
                    <a:lnTo>
                      <a:pt x="203870" y="2231197"/>
                    </a:lnTo>
                    <a:lnTo>
                      <a:pt x="407740" y="2835246"/>
                    </a:lnTo>
                    <a:lnTo>
                      <a:pt x="611610" y="3111919"/>
                    </a:lnTo>
                    <a:lnTo>
                      <a:pt x="815481" y="3122987"/>
                    </a:lnTo>
                    <a:lnTo>
                      <a:pt x="1019351" y="3150049"/>
                    </a:lnTo>
                    <a:lnTo>
                      <a:pt x="1223221" y="3180578"/>
                    </a:lnTo>
                    <a:lnTo>
                      <a:pt x="1427092" y="3243127"/>
                    </a:lnTo>
                    <a:lnTo>
                      <a:pt x="1630962" y="3275604"/>
                    </a:lnTo>
                    <a:lnTo>
                      <a:pt x="1834832" y="3304179"/>
                    </a:lnTo>
                    <a:lnTo>
                      <a:pt x="2038702" y="3267486"/>
                    </a:lnTo>
                    <a:lnTo>
                      <a:pt x="2242573" y="3151131"/>
                    </a:lnTo>
                    <a:lnTo>
                      <a:pt x="2446443" y="2993215"/>
                    </a:lnTo>
                    <a:lnTo>
                      <a:pt x="2650313" y="2836348"/>
                    </a:lnTo>
                    <a:lnTo>
                      <a:pt x="2854184" y="2680049"/>
                    </a:lnTo>
                    <a:lnTo>
                      <a:pt x="3058054" y="2591584"/>
                    </a:lnTo>
                    <a:lnTo>
                      <a:pt x="3261924" y="2455856"/>
                    </a:lnTo>
                    <a:lnTo>
                      <a:pt x="3465795" y="2349819"/>
                    </a:lnTo>
                    <a:lnTo>
                      <a:pt x="3669665" y="2109696"/>
                    </a:lnTo>
                    <a:lnTo>
                      <a:pt x="3873535" y="1839805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l80"/>
              <p:cNvSpPr/>
              <p:nvPr/>
            </p:nvSpPr>
            <p:spPr>
              <a:xfrm>
                <a:off x="1395291" y="4064402"/>
                <a:ext cx="3873535" cy="1219766"/>
              </a:xfrm>
              <a:custGeom>
                <a:avLst/>
                <a:gdLst/>
                <a:ahLst/>
                <a:cxnLst/>
                <a:pathLst>
                  <a:path w="3873535" h="1219766">
                    <a:moveTo>
                      <a:pt x="3873535" y="1219766"/>
                    </a:moveTo>
                    <a:lnTo>
                      <a:pt x="3669665" y="1057620"/>
                    </a:lnTo>
                    <a:lnTo>
                      <a:pt x="3465795" y="978658"/>
                    </a:lnTo>
                    <a:lnTo>
                      <a:pt x="3261924" y="973162"/>
                    </a:lnTo>
                    <a:lnTo>
                      <a:pt x="3058054" y="949396"/>
                    </a:lnTo>
                    <a:lnTo>
                      <a:pt x="2854184" y="975132"/>
                    </a:lnTo>
                    <a:lnTo>
                      <a:pt x="2650313" y="1016372"/>
                    </a:lnTo>
                    <a:lnTo>
                      <a:pt x="2446443" y="1067203"/>
                    </a:lnTo>
                    <a:lnTo>
                      <a:pt x="2242573" y="1106744"/>
                    </a:lnTo>
                    <a:lnTo>
                      <a:pt x="2038702" y="1138772"/>
                    </a:lnTo>
                    <a:lnTo>
                      <a:pt x="1834832" y="1143949"/>
                    </a:lnTo>
                    <a:lnTo>
                      <a:pt x="1630962" y="1140353"/>
                    </a:lnTo>
                    <a:lnTo>
                      <a:pt x="1427092" y="1143784"/>
                    </a:lnTo>
                    <a:lnTo>
                      <a:pt x="1223221" y="1144813"/>
                    </a:lnTo>
                    <a:lnTo>
                      <a:pt x="1019351" y="1144836"/>
                    </a:lnTo>
                    <a:lnTo>
                      <a:pt x="815481" y="1144889"/>
                    </a:lnTo>
                    <a:lnTo>
                      <a:pt x="611610" y="1130238"/>
                    </a:lnTo>
                    <a:lnTo>
                      <a:pt x="407740" y="1059438"/>
                    </a:lnTo>
                    <a:lnTo>
                      <a:pt x="203870" y="858898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2" name="tx81"/>
              <p:cNvSpPr/>
              <p:nvPr/>
            </p:nvSpPr>
            <p:spPr>
              <a:xfrm>
                <a:off x="1148183" y="5268123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3" name="tx82"/>
              <p:cNvSpPr/>
              <p:nvPr/>
            </p:nvSpPr>
            <p:spPr>
              <a:xfrm>
                <a:off x="1148183" y="3865270"/>
                <a:ext cx="62155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4" name="tx83"/>
              <p:cNvSpPr/>
              <p:nvPr/>
            </p:nvSpPr>
            <p:spPr>
              <a:xfrm>
                <a:off x="1148183" y="2461380"/>
                <a:ext cx="62155" cy="80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1055471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pl85"/>
              <p:cNvSpPr/>
              <p:nvPr/>
            </p:nvSpPr>
            <p:spPr>
              <a:xfrm>
                <a:off x="1238174" y="530981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7" name="pl86"/>
              <p:cNvSpPr/>
              <p:nvPr/>
            </p:nvSpPr>
            <p:spPr>
              <a:xfrm>
                <a:off x="1238174" y="390559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8" name="pl87"/>
              <p:cNvSpPr/>
              <p:nvPr/>
            </p:nvSpPr>
            <p:spPr>
              <a:xfrm>
                <a:off x="1238174" y="2501380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238174" y="1097162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39529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59916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80303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20069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221077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41464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61851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8223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30262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323012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43399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63786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8417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404560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424947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45334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65721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861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506495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52688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tx109"/>
              <p:cNvSpPr/>
              <p:nvPr/>
            </p:nvSpPr>
            <p:spPr>
              <a:xfrm>
                <a:off x="1331580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1" name="tx110"/>
              <p:cNvSpPr/>
              <p:nvPr/>
            </p:nvSpPr>
            <p:spPr>
              <a:xfrm>
                <a:off x="1518397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tx111"/>
              <p:cNvSpPr/>
              <p:nvPr/>
            </p:nvSpPr>
            <p:spPr>
              <a:xfrm>
                <a:off x="166011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8639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206785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227172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475593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679463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88333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308720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329107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49494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69881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90268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410655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43104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51429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71816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92203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5174038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3207775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 rot="-5400000">
                <a:off x="407214" y="3440756"/>
                <a:ext cx="1250205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Deaths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rc131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3" name="tx132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c133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5" name="pl134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6" name="pt135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7" name="rc136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8" name="pl137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9" name="pt138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tx139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tx140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2" name="文本框 141"/>
            <p:cNvSpPr txBox="1"/>
            <p:nvPr/>
          </p:nvSpPr>
          <p:spPr>
            <a:xfrm>
              <a:off x="5212" y="9643"/>
              <a:ext cx="304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Low-middle </a:t>
              </a:r>
              <a:r>
                <a:rPr lang="en-US" altLang="zh-CN"/>
                <a:t>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2025-06-13T10:50:30Z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4C92BCB901FB469D8748695DF70C9271_12</vt:lpwstr>
  </property>
  <property fmtid="{D5CDD505-2E9C-101B-9397-08002B2CF9AE}" pid="3" name="KSOProductBuildVer">
    <vt:lpwstr>2052-12.1.0.21541</vt:lpwstr>
  </property>
</Properties>
</file>