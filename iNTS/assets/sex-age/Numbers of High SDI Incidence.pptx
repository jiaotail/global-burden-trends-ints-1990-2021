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96652" y="983989"/>
              <a:ext cx="389449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60085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74845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89605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504365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496652" y="585185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496652" y="560349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6652" y="535512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6652" y="510676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6652" y="485840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6652" y="461004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96652" y="436168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496652" y="411332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96652" y="386496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96652" y="361660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96652" y="336824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96652" y="311988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96652" y="287152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96652" y="262316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96652" y="237480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6652" y="212644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6652" y="187808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6652" y="162972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6652" y="138136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96652" y="113300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17465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32225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46985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2053009" y="5740088"/>
              <a:ext cx="126924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2312367" y="5491728"/>
              <a:ext cx="100988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2587791" y="5243367"/>
              <a:ext cx="73446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2789768" y="4995007"/>
              <a:ext cx="53248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2844853" y="4746647"/>
              <a:ext cx="47740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2860920" y="4498286"/>
              <a:ext cx="46133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2879281" y="4249926"/>
              <a:ext cx="44297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2895348" y="4001566"/>
              <a:ext cx="42690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2920595" y="3753206"/>
              <a:ext cx="40166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2950432" y="3504845"/>
              <a:ext cx="37182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2948137" y="3256485"/>
              <a:ext cx="37411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2941252" y="3008125"/>
              <a:ext cx="38100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2948137" y="2759764"/>
              <a:ext cx="37411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2973384" y="2511404"/>
              <a:ext cx="34887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3019288" y="2263044"/>
              <a:ext cx="30296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122572" y="2014684"/>
              <a:ext cx="19968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159296" y="1766323"/>
              <a:ext cx="16295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3202904" y="1517963"/>
              <a:ext cx="11935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3253399" y="1269603"/>
              <a:ext cx="6885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3290122" y="1021243"/>
              <a:ext cx="3213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3322255" y="5740088"/>
              <a:ext cx="151253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322255" y="5491728"/>
              <a:ext cx="111317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322255" y="5243367"/>
              <a:ext cx="78495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3322255" y="4995007"/>
              <a:ext cx="58068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322255" y="4746647"/>
              <a:ext cx="53478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322255" y="4498286"/>
              <a:ext cx="53707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322255" y="4249926"/>
              <a:ext cx="54855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322255" y="4001566"/>
              <a:ext cx="54396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322255" y="3753206"/>
              <a:ext cx="50953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322255" y="3504845"/>
              <a:ext cx="45904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322255" y="3256485"/>
              <a:ext cx="45215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3322255" y="3008125"/>
              <a:ext cx="45215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3322255" y="2759764"/>
              <a:ext cx="43608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3322255" y="2511404"/>
              <a:ext cx="39936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3322255" y="2263044"/>
              <a:ext cx="34198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322255" y="2014684"/>
              <a:ext cx="22033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3322255" y="1766323"/>
              <a:ext cx="16066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3322255" y="1517963"/>
              <a:ext cx="10098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3322255" y="1269603"/>
              <a:ext cx="5049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3322255" y="1021243"/>
              <a:ext cx="1836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tx73"/>
            <p:cNvSpPr/>
            <p:nvPr/>
          </p:nvSpPr>
          <p:spPr>
            <a:xfrm>
              <a:off x="1795693" y="5799479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5" name="tx74"/>
            <p:cNvSpPr/>
            <p:nvPr/>
          </p:nvSpPr>
          <p:spPr>
            <a:xfrm>
              <a:off x="2055050" y="5551187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440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6" name="tx75"/>
            <p:cNvSpPr/>
            <p:nvPr/>
          </p:nvSpPr>
          <p:spPr>
            <a:xfrm>
              <a:off x="2330474" y="5302758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320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7" name="tx76"/>
            <p:cNvSpPr/>
            <p:nvPr/>
          </p:nvSpPr>
          <p:spPr>
            <a:xfrm>
              <a:off x="2532452" y="5054398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232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8" name="tx77"/>
            <p:cNvSpPr/>
            <p:nvPr/>
          </p:nvSpPr>
          <p:spPr>
            <a:xfrm>
              <a:off x="2587537" y="480610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tx78"/>
            <p:cNvSpPr/>
            <p:nvPr/>
          </p:nvSpPr>
          <p:spPr>
            <a:xfrm>
              <a:off x="2603603" y="455774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tx79"/>
            <p:cNvSpPr/>
            <p:nvPr/>
          </p:nvSpPr>
          <p:spPr>
            <a:xfrm>
              <a:off x="2621965" y="4309317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x80"/>
            <p:cNvSpPr/>
            <p:nvPr/>
          </p:nvSpPr>
          <p:spPr>
            <a:xfrm>
              <a:off x="2638031" y="406102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186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tx81"/>
            <p:cNvSpPr/>
            <p:nvPr/>
          </p:nvSpPr>
          <p:spPr>
            <a:xfrm>
              <a:off x="2663278" y="381266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175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tx82"/>
            <p:cNvSpPr/>
            <p:nvPr/>
          </p:nvSpPr>
          <p:spPr>
            <a:xfrm>
              <a:off x="2693116" y="356430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162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x83"/>
            <p:cNvSpPr/>
            <p:nvPr/>
          </p:nvSpPr>
          <p:spPr>
            <a:xfrm>
              <a:off x="2690821" y="331587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163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tx84"/>
            <p:cNvSpPr/>
            <p:nvPr/>
          </p:nvSpPr>
          <p:spPr>
            <a:xfrm>
              <a:off x="2683935" y="306758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166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6" name="tx85"/>
            <p:cNvSpPr/>
            <p:nvPr/>
          </p:nvSpPr>
          <p:spPr>
            <a:xfrm>
              <a:off x="2690821" y="281915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163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tx86"/>
            <p:cNvSpPr/>
            <p:nvPr/>
          </p:nvSpPr>
          <p:spPr>
            <a:xfrm>
              <a:off x="2716068" y="257086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tx87"/>
            <p:cNvSpPr/>
            <p:nvPr/>
          </p:nvSpPr>
          <p:spPr>
            <a:xfrm>
              <a:off x="2761972" y="232243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tx88"/>
            <p:cNvSpPr/>
            <p:nvPr/>
          </p:nvSpPr>
          <p:spPr>
            <a:xfrm>
              <a:off x="2951028" y="207414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tx89"/>
            <p:cNvSpPr/>
            <p:nvPr/>
          </p:nvSpPr>
          <p:spPr>
            <a:xfrm>
              <a:off x="2987751" y="1827494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1" name="tx90"/>
            <p:cNvSpPr/>
            <p:nvPr/>
          </p:nvSpPr>
          <p:spPr>
            <a:xfrm>
              <a:off x="3031360" y="157742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" name="tx91"/>
            <p:cNvSpPr/>
            <p:nvPr/>
          </p:nvSpPr>
          <p:spPr>
            <a:xfrm>
              <a:off x="3081855" y="1328994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tx92"/>
            <p:cNvSpPr/>
            <p:nvPr/>
          </p:nvSpPr>
          <p:spPr>
            <a:xfrm>
              <a:off x="3118578" y="1082414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x93"/>
            <p:cNvSpPr/>
            <p:nvPr/>
          </p:nvSpPr>
          <p:spPr>
            <a:xfrm>
              <a:off x="4928362" y="5799547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5" name="tx94"/>
            <p:cNvSpPr/>
            <p:nvPr/>
          </p:nvSpPr>
          <p:spPr>
            <a:xfrm>
              <a:off x="4528997" y="5551187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485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6" name="tx95"/>
            <p:cNvSpPr/>
            <p:nvPr/>
          </p:nvSpPr>
          <p:spPr>
            <a:xfrm>
              <a:off x="4200783" y="5302758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342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7" name="tx96"/>
            <p:cNvSpPr/>
            <p:nvPr/>
          </p:nvSpPr>
          <p:spPr>
            <a:xfrm>
              <a:off x="3996510" y="5054398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tx97"/>
            <p:cNvSpPr/>
            <p:nvPr/>
          </p:nvSpPr>
          <p:spPr>
            <a:xfrm>
              <a:off x="3950606" y="4806038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233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tx98"/>
            <p:cNvSpPr/>
            <p:nvPr/>
          </p:nvSpPr>
          <p:spPr>
            <a:xfrm>
              <a:off x="3952901" y="4557677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234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0" name="tx99"/>
            <p:cNvSpPr/>
            <p:nvPr/>
          </p:nvSpPr>
          <p:spPr>
            <a:xfrm>
              <a:off x="3964377" y="4309317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239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x100"/>
            <p:cNvSpPr/>
            <p:nvPr/>
          </p:nvSpPr>
          <p:spPr>
            <a:xfrm>
              <a:off x="3959787" y="4060957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237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tx101"/>
            <p:cNvSpPr/>
            <p:nvPr/>
          </p:nvSpPr>
          <p:spPr>
            <a:xfrm>
              <a:off x="3925359" y="3814377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222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x102"/>
            <p:cNvSpPr/>
            <p:nvPr/>
          </p:nvSpPr>
          <p:spPr>
            <a:xfrm>
              <a:off x="3874865" y="356430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x103"/>
            <p:cNvSpPr/>
            <p:nvPr/>
          </p:nvSpPr>
          <p:spPr>
            <a:xfrm>
              <a:off x="3867979" y="331594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" name="tx104"/>
            <p:cNvSpPr/>
            <p:nvPr/>
          </p:nvSpPr>
          <p:spPr>
            <a:xfrm>
              <a:off x="3867979" y="306758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tx105"/>
            <p:cNvSpPr/>
            <p:nvPr/>
          </p:nvSpPr>
          <p:spPr>
            <a:xfrm>
              <a:off x="3851913" y="281922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7" name="tx106"/>
            <p:cNvSpPr/>
            <p:nvPr/>
          </p:nvSpPr>
          <p:spPr>
            <a:xfrm>
              <a:off x="3815189" y="2572575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174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8" name="tx107"/>
            <p:cNvSpPr/>
            <p:nvPr/>
          </p:nvSpPr>
          <p:spPr>
            <a:xfrm>
              <a:off x="3757809" y="232250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9" name="tx108"/>
            <p:cNvSpPr/>
            <p:nvPr/>
          </p:nvSpPr>
          <p:spPr>
            <a:xfrm>
              <a:off x="3604974" y="207414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tx109"/>
            <p:cNvSpPr/>
            <p:nvPr/>
          </p:nvSpPr>
          <p:spPr>
            <a:xfrm>
              <a:off x="3545299" y="182578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1" name="tx110"/>
            <p:cNvSpPr/>
            <p:nvPr/>
          </p:nvSpPr>
          <p:spPr>
            <a:xfrm>
              <a:off x="3485623" y="1579545"/>
              <a:ext cx="155949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" name="tx111"/>
            <p:cNvSpPr/>
            <p:nvPr/>
          </p:nvSpPr>
          <p:spPr>
            <a:xfrm>
              <a:off x="3435129" y="1330774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3" name="tx112"/>
            <p:cNvSpPr/>
            <p:nvPr/>
          </p:nvSpPr>
          <p:spPr>
            <a:xfrm>
              <a:off x="3371806" y="1080702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4" name="tx113"/>
            <p:cNvSpPr/>
            <p:nvPr/>
          </p:nvSpPr>
          <p:spPr>
            <a:xfrm>
              <a:off x="1306601" y="5811577"/>
              <a:ext cx="127421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&lt;5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5" name="tx114"/>
            <p:cNvSpPr/>
            <p:nvPr/>
          </p:nvSpPr>
          <p:spPr>
            <a:xfrm>
              <a:off x="1272494" y="5561798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5-9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6" name="tx115"/>
            <p:cNvSpPr/>
            <p:nvPr/>
          </p:nvSpPr>
          <p:spPr>
            <a:xfrm>
              <a:off x="1148183" y="5313438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10-14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tx116"/>
            <p:cNvSpPr/>
            <p:nvPr/>
          </p:nvSpPr>
          <p:spPr>
            <a:xfrm>
              <a:off x="1148183" y="506507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15-19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8" name="tx117"/>
            <p:cNvSpPr/>
            <p:nvPr/>
          </p:nvSpPr>
          <p:spPr>
            <a:xfrm>
              <a:off x="1148183" y="481671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20-24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tx118"/>
            <p:cNvSpPr/>
            <p:nvPr/>
          </p:nvSpPr>
          <p:spPr>
            <a:xfrm>
              <a:off x="1148183" y="456835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25-29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0" name="tx119"/>
            <p:cNvSpPr/>
            <p:nvPr/>
          </p:nvSpPr>
          <p:spPr>
            <a:xfrm>
              <a:off x="1148183" y="431994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30-34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tx120"/>
            <p:cNvSpPr/>
            <p:nvPr/>
          </p:nvSpPr>
          <p:spPr>
            <a:xfrm>
              <a:off x="1148183" y="407158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35-39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tx121"/>
            <p:cNvSpPr/>
            <p:nvPr/>
          </p:nvSpPr>
          <p:spPr>
            <a:xfrm>
              <a:off x="1148183" y="382327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40-44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x122"/>
            <p:cNvSpPr/>
            <p:nvPr/>
          </p:nvSpPr>
          <p:spPr>
            <a:xfrm>
              <a:off x="1148183" y="357491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45-49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4" name="tx123"/>
            <p:cNvSpPr/>
            <p:nvPr/>
          </p:nvSpPr>
          <p:spPr>
            <a:xfrm>
              <a:off x="1148183" y="332655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50-54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tx124"/>
            <p:cNvSpPr/>
            <p:nvPr/>
          </p:nvSpPr>
          <p:spPr>
            <a:xfrm>
              <a:off x="1148183" y="307819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55-59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6" name="tx125"/>
            <p:cNvSpPr/>
            <p:nvPr/>
          </p:nvSpPr>
          <p:spPr>
            <a:xfrm>
              <a:off x="1148183" y="282983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60-64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7" name="tx126"/>
            <p:cNvSpPr/>
            <p:nvPr/>
          </p:nvSpPr>
          <p:spPr>
            <a:xfrm>
              <a:off x="1148183" y="258147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65-69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tx127"/>
            <p:cNvSpPr/>
            <p:nvPr/>
          </p:nvSpPr>
          <p:spPr>
            <a:xfrm>
              <a:off x="1148183" y="233311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70-74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9" name="tx128"/>
            <p:cNvSpPr/>
            <p:nvPr/>
          </p:nvSpPr>
          <p:spPr>
            <a:xfrm>
              <a:off x="1148183" y="208475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75-79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0" name="tx129"/>
            <p:cNvSpPr/>
            <p:nvPr/>
          </p:nvSpPr>
          <p:spPr>
            <a:xfrm>
              <a:off x="1148183" y="183639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80-84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1" name="tx130"/>
            <p:cNvSpPr/>
            <p:nvPr/>
          </p:nvSpPr>
          <p:spPr>
            <a:xfrm>
              <a:off x="1148183" y="158803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85-89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2" name="tx131"/>
            <p:cNvSpPr/>
            <p:nvPr/>
          </p:nvSpPr>
          <p:spPr>
            <a:xfrm>
              <a:off x="1148183" y="1339673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90-94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" name="tx132"/>
            <p:cNvSpPr/>
            <p:nvPr/>
          </p:nvSpPr>
          <p:spPr>
            <a:xfrm>
              <a:off x="1244445" y="1091313"/>
              <a:ext cx="1895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95+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4" name="pl133"/>
            <p:cNvSpPr/>
            <p:nvPr/>
          </p:nvSpPr>
          <p:spPr>
            <a:xfrm>
              <a:off x="1461858" y="585185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1461858" y="560349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1461858" y="535512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1461858" y="510676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1461858" y="485840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1461858" y="461004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461858" y="436168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1461858" y="411332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1461858" y="386496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1461858" y="361660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1461858" y="336824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461858" y="311988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461858" y="287152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461858" y="262316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461858" y="237480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1461858" y="212644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461858" y="187808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1461858" y="162972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461858" y="138136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1461858" y="113300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2174655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3322255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4469855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tx156"/>
            <p:cNvSpPr/>
            <p:nvPr/>
          </p:nvSpPr>
          <p:spPr>
            <a:xfrm>
              <a:off x="2081421" y="60618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8" name="tx157"/>
            <p:cNvSpPr/>
            <p:nvPr/>
          </p:nvSpPr>
          <p:spPr>
            <a:xfrm>
              <a:off x="3291177" y="60618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9" name="tx158"/>
            <p:cNvSpPr/>
            <p:nvPr/>
          </p:nvSpPr>
          <p:spPr>
            <a:xfrm>
              <a:off x="4376622" y="60618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0" name="tx159"/>
            <p:cNvSpPr/>
            <p:nvPr/>
          </p:nvSpPr>
          <p:spPr>
            <a:xfrm>
              <a:off x="2605291" y="6198468"/>
              <a:ext cx="1677218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High </a:t>
              </a: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SDI</a:t>
              </a:r>
              <a:endParaRPr lang="en-US"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1" name="tx160"/>
            <p:cNvSpPr/>
            <p:nvPr/>
          </p:nvSpPr>
          <p:spPr>
            <a:xfrm rot="-5400000">
              <a:off x="895005" y="3427727"/>
              <a:ext cx="24856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Age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2" name="rc161"/>
            <p:cNvSpPr/>
            <p:nvPr/>
          </p:nvSpPr>
          <p:spPr>
            <a:xfrm>
              <a:off x="5530327" y="3103888"/>
              <a:ext cx="800883" cy="7770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tx162"/>
            <p:cNvSpPr/>
            <p:nvPr/>
          </p:nvSpPr>
          <p:spPr>
            <a:xfrm>
              <a:off x="5599916" y="3184766"/>
              <a:ext cx="240723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Sex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" name="rc163"/>
            <p:cNvSpPr/>
            <p:nvPr/>
          </p:nvSpPr>
          <p:spPr>
            <a:xfrm>
              <a:off x="5599916" y="337246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4"/>
            <p:cNvSpPr/>
            <p:nvPr/>
          </p:nvSpPr>
          <p:spPr>
            <a:xfrm>
              <a:off x="5608916" y="3381466"/>
              <a:ext cx="201456" cy="20145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5"/>
            <p:cNvSpPr/>
            <p:nvPr/>
          </p:nvSpPr>
          <p:spPr>
            <a:xfrm>
              <a:off x="5599916" y="359192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6"/>
            <p:cNvSpPr/>
            <p:nvPr/>
          </p:nvSpPr>
          <p:spPr>
            <a:xfrm>
              <a:off x="5608916" y="3600922"/>
              <a:ext cx="201456" cy="20145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tx167"/>
            <p:cNvSpPr/>
            <p:nvPr/>
          </p:nvSpPr>
          <p:spPr>
            <a:xfrm>
              <a:off x="5888961" y="3440884"/>
              <a:ext cx="3726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Female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9" name="tx168"/>
            <p:cNvSpPr/>
            <p:nvPr/>
          </p:nvSpPr>
          <p:spPr>
            <a:xfrm>
              <a:off x="5888961" y="3660340"/>
              <a:ext cx="2422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WPS 演示</Application>
  <PresentationFormat>Présentation à l'écran (4:3)</PresentationFormat>
  <Paragraphs>136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2025-06-12T15:57:16Z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FB36F8DB806C41BFA24E33BAED821832_12</vt:lpwstr>
  </property>
  <property fmtid="{D5CDD505-2E9C-101B-9397-08002B2CF9AE}" pid="3" name="KSOProductBuildVer">
    <vt:lpwstr>2052-12.1.0.21171</vt:lpwstr>
  </property>
</Properties>
</file>