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5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组合 148"/>
          <p:cNvGrpSpPr/>
          <p:nvPr/>
        </p:nvGrpSpPr>
        <p:grpSpPr>
          <a:xfrm>
            <a:off x="42545" y="46990"/>
            <a:ext cx="8966200" cy="6631940"/>
            <a:chOff x="67" y="74"/>
            <a:chExt cx="14120" cy="10444"/>
          </a:xfrm>
        </p:grpSpPr>
        <p:grpSp>
          <p:nvGrpSpPr>
            <p:cNvPr id="3" name="组合 2"/>
            <p:cNvGrpSpPr/>
            <p:nvPr/>
          </p:nvGrpSpPr>
          <p:grpSpPr>
            <a:xfrm>
              <a:off x="67" y="74"/>
              <a:ext cx="14120" cy="10444"/>
              <a:chOff x="914400" y="914400"/>
              <a:chExt cx="5486400" cy="5966260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5486400" cy="54864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" name="rc4"/>
              <p:cNvSpPr/>
              <p:nvPr/>
            </p:nvSpPr>
            <p:spPr>
              <a:xfrm>
                <a:off x="914400" y="914400"/>
                <a:ext cx="5486400" cy="596626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" name="rc5"/>
              <p:cNvSpPr/>
              <p:nvPr/>
            </p:nvSpPr>
            <p:spPr>
              <a:xfrm>
                <a:off x="1366175" y="983989"/>
                <a:ext cx="4024973" cy="5016877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" name="pl6"/>
              <p:cNvSpPr/>
              <p:nvPr/>
            </p:nvSpPr>
            <p:spPr>
              <a:xfrm>
                <a:off x="1366175" y="5791159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" name="pl7"/>
              <p:cNvSpPr/>
              <p:nvPr/>
            </p:nvSpPr>
            <p:spPr>
              <a:xfrm>
                <a:off x="1366175" y="4836037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" name="pl8"/>
              <p:cNvSpPr/>
              <p:nvPr/>
            </p:nvSpPr>
            <p:spPr>
              <a:xfrm>
                <a:off x="1366175" y="3880914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" name="pl9"/>
              <p:cNvSpPr/>
              <p:nvPr/>
            </p:nvSpPr>
            <p:spPr>
              <a:xfrm>
                <a:off x="1366175" y="2925792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" name="pl10"/>
              <p:cNvSpPr/>
              <p:nvPr/>
            </p:nvSpPr>
            <p:spPr>
              <a:xfrm>
                <a:off x="1366175" y="1970670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2" name="pl11"/>
              <p:cNvSpPr/>
              <p:nvPr/>
            </p:nvSpPr>
            <p:spPr>
              <a:xfrm>
                <a:off x="1366175" y="1015547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" name="pl12"/>
              <p:cNvSpPr/>
              <p:nvPr/>
            </p:nvSpPr>
            <p:spPr>
              <a:xfrm>
                <a:off x="1366175" y="5313598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" name="pl13"/>
              <p:cNvSpPr/>
              <p:nvPr/>
            </p:nvSpPr>
            <p:spPr>
              <a:xfrm>
                <a:off x="1366175" y="4358475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5" name="pl14"/>
              <p:cNvSpPr/>
              <p:nvPr/>
            </p:nvSpPr>
            <p:spPr>
              <a:xfrm>
                <a:off x="1366175" y="3403353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6" name="pl15"/>
              <p:cNvSpPr/>
              <p:nvPr/>
            </p:nvSpPr>
            <p:spPr>
              <a:xfrm>
                <a:off x="1366175" y="2448231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7" name="pl16"/>
              <p:cNvSpPr/>
              <p:nvPr/>
            </p:nvSpPr>
            <p:spPr>
              <a:xfrm>
                <a:off x="1366175" y="1493108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8" name="pl17"/>
              <p:cNvSpPr/>
              <p:nvPr/>
            </p:nvSpPr>
            <p:spPr>
              <a:xfrm>
                <a:off x="1485728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9" name="pl18"/>
              <p:cNvSpPr/>
              <p:nvPr/>
            </p:nvSpPr>
            <p:spPr>
              <a:xfrm>
                <a:off x="168498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0" name="pl19"/>
              <p:cNvSpPr/>
              <p:nvPr/>
            </p:nvSpPr>
            <p:spPr>
              <a:xfrm>
                <a:off x="188424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1" name="pl20"/>
              <p:cNvSpPr/>
              <p:nvPr/>
            </p:nvSpPr>
            <p:spPr>
              <a:xfrm>
                <a:off x="208349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2" name="pl21"/>
              <p:cNvSpPr/>
              <p:nvPr/>
            </p:nvSpPr>
            <p:spPr>
              <a:xfrm>
                <a:off x="228275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3" name="pl22"/>
              <p:cNvSpPr/>
              <p:nvPr/>
            </p:nvSpPr>
            <p:spPr>
              <a:xfrm>
                <a:off x="248200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4" name="pl23"/>
              <p:cNvSpPr/>
              <p:nvPr/>
            </p:nvSpPr>
            <p:spPr>
              <a:xfrm>
                <a:off x="268126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5" name="pl24"/>
              <p:cNvSpPr/>
              <p:nvPr/>
            </p:nvSpPr>
            <p:spPr>
              <a:xfrm>
                <a:off x="288052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6" name="pl25"/>
              <p:cNvSpPr/>
              <p:nvPr/>
            </p:nvSpPr>
            <p:spPr>
              <a:xfrm>
                <a:off x="307977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7" name="pl26"/>
              <p:cNvSpPr/>
              <p:nvPr/>
            </p:nvSpPr>
            <p:spPr>
              <a:xfrm>
                <a:off x="327903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8" name="pl27"/>
              <p:cNvSpPr/>
              <p:nvPr/>
            </p:nvSpPr>
            <p:spPr>
              <a:xfrm>
                <a:off x="347829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9" name="pl28"/>
              <p:cNvSpPr/>
              <p:nvPr/>
            </p:nvSpPr>
            <p:spPr>
              <a:xfrm>
                <a:off x="367754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0" name="pl29"/>
              <p:cNvSpPr/>
              <p:nvPr/>
            </p:nvSpPr>
            <p:spPr>
              <a:xfrm>
                <a:off x="387680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1" name="pl30"/>
              <p:cNvSpPr/>
              <p:nvPr/>
            </p:nvSpPr>
            <p:spPr>
              <a:xfrm>
                <a:off x="4076058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2" name="pl31"/>
              <p:cNvSpPr/>
              <p:nvPr/>
            </p:nvSpPr>
            <p:spPr>
              <a:xfrm>
                <a:off x="427531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3" name="pl32"/>
              <p:cNvSpPr/>
              <p:nvPr/>
            </p:nvSpPr>
            <p:spPr>
              <a:xfrm>
                <a:off x="447457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4" name="pl33"/>
              <p:cNvSpPr/>
              <p:nvPr/>
            </p:nvSpPr>
            <p:spPr>
              <a:xfrm>
                <a:off x="467382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5" name="pl34"/>
              <p:cNvSpPr/>
              <p:nvPr/>
            </p:nvSpPr>
            <p:spPr>
              <a:xfrm>
                <a:off x="487308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6" name="pl35"/>
              <p:cNvSpPr/>
              <p:nvPr/>
            </p:nvSpPr>
            <p:spPr>
              <a:xfrm>
                <a:off x="507233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7" name="pl36"/>
              <p:cNvSpPr/>
              <p:nvPr/>
            </p:nvSpPr>
            <p:spPr>
              <a:xfrm>
                <a:off x="527159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8" name="pl37"/>
              <p:cNvSpPr/>
              <p:nvPr/>
            </p:nvSpPr>
            <p:spPr>
              <a:xfrm>
                <a:off x="1485728" y="3659326"/>
                <a:ext cx="3785866" cy="1596964"/>
              </a:xfrm>
              <a:custGeom>
                <a:avLst/>
                <a:gdLst/>
                <a:ahLst/>
                <a:cxnLst/>
                <a:pathLst>
                  <a:path w="3785866" h="1596964">
                    <a:moveTo>
                      <a:pt x="0" y="0"/>
                    </a:moveTo>
                    <a:lnTo>
                      <a:pt x="199256" y="1180531"/>
                    </a:lnTo>
                    <a:lnTo>
                      <a:pt x="398512" y="1425042"/>
                    </a:lnTo>
                    <a:lnTo>
                      <a:pt x="597768" y="1501452"/>
                    </a:lnTo>
                    <a:lnTo>
                      <a:pt x="797024" y="1532016"/>
                    </a:lnTo>
                    <a:lnTo>
                      <a:pt x="996280" y="1558759"/>
                    </a:lnTo>
                    <a:lnTo>
                      <a:pt x="1195536" y="1585503"/>
                    </a:lnTo>
                    <a:lnTo>
                      <a:pt x="1394792" y="1593144"/>
                    </a:lnTo>
                    <a:lnTo>
                      <a:pt x="1594049" y="1596964"/>
                    </a:lnTo>
                    <a:lnTo>
                      <a:pt x="1793305" y="1596964"/>
                    </a:lnTo>
                    <a:lnTo>
                      <a:pt x="1992561" y="1589323"/>
                    </a:lnTo>
                    <a:lnTo>
                      <a:pt x="2191817" y="1566400"/>
                    </a:lnTo>
                    <a:lnTo>
                      <a:pt x="2391073" y="1543477"/>
                    </a:lnTo>
                    <a:lnTo>
                      <a:pt x="2590329" y="1532016"/>
                    </a:lnTo>
                    <a:lnTo>
                      <a:pt x="2789585" y="1528195"/>
                    </a:lnTo>
                    <a:lnTo>
                      <a:pt x="2988841" y="1520554"/>
                    </a:lnTo>
                    <a:lnTo>
                      <a:pt x="3188098" y="1528195"/>
                    </a:lnTo>
                    <a:lnTo>
                      <a:pt x="3387354" y="1535836"/>
                    </a:lnTo>
                    <a:lnTo>
                      <a:pt x="3586610" y="1535836"/>
                    </a:lnTo>
                    <a:lnTo>
                      <a:pt x="3785866" y="1528195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9" name="pl38"/>
              <p:cNvSpPr/>
              <p:nvPr/>
            </p:nvSpPr>
            <p:spPr>
              <a:xfrm>
                <a:off x="1485728" y="3162662"/>
                <a:ext cx="3785866" cy="2066884"/>
              </a:xfrm>
              <a:custGeom>
                <a:avLst/>
                <a:gdLst/>
                <a:ahLst/>
                <a:cxnLst/>
                <a:pathLst>
                  <a:path w="3785866" h="2066884">
                    <a:moveTo>
                      <a:pt x="0" y="0"/>
                    </a:moveTo>
                    <a:lnTo>
                      <a:pt x="199256" y="1593144"/>
                    </a:lnTo>
                    <a:lnTo>
                      <a:pt x="398512" y="1925526"/>
                    </a:lnTo>
                    <a:lnTo>
                      <a:pt x="597768" y="2024859"/>
                    </a:lnTo>
                    <a:lnTo>
                      <a:pt x="797024" y="2040141"/>
                    </a:lnTo>
                    <a:lnTo>
                      <a:pt x="996280" y="2040141"/>
                    </a:lnTo>
                    <a:lnTo>
                      <a:pt x="1195536" y="2047782"/>
                    </a:lnTo>
                    <a:lnTo>
                      <a:pt x="1394792" y="2051602"/>
                    </a:lnTo>
                    <a:lnTo>
                      <a:pt x="1594049" y="2055423"/>
                    </a:lnTo>
                    <a:lnTo>
                      <a:pt x="1793305" y="2066884"/>
                    </a:lnTo>
                    <a:lnTo>
                      <a:pt x="1992561" y="2066884"/>
                    </a:lnTo>
                    <a:lnTo>
                      <a:pt x="2191817" y="2047782"/>
                    </a:lnTo>
                    <a:lnTo>
                      <a:pt x="2391073" y="2021038"/>
                    </a:lnTo>
                    <a:lnTo>
                      <a:pt x="2590329" y="2009577"/>
                    </a:lnTo>
                    <a:lnTo>
                      <a:pt x="2789585" y="2001936"/>
                    </a:lnTo>
                    <a:lnTo>
                      <a:pt x="2988841" y="1979013"/>
                    </a:lnTo>
                    <a:lnTo>
                      <a:pt x="3188098" y="1986654"/>
                    </a:lnTo>
                    <a:lnTo>
                      <a:pt x="3387354" y="1971372"/>
                    </a:lnTo>
                    <a:lnTo>
                      <a:pt x="3586610" y="1952270"/>
                    </a:lnTo>
                    <a:lnTo>
                      <a:pt x="3785866" y="195227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0" name="pt39"/>
              <p:cNvSpPr/>
              <p:nvPr/>
            </p:nvSpPr>
            <p:spPr>
              <a:xfrm>
                <a:off x="1454127" y="362772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1" name="pt40"/>
              <p:cNvSpPr/>
              <p:nvPr/>
            </p:nvSpPr>
            <p:spPr>
              <a:xfrm>
                <a:off x="1653383" y="480825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2" name="pt41"/>
              <p:cNvSpPr/>
              <p:nvPr/>
            </p:nvSpPr>
            <p:spPr>
              <a:xfrm>
                <a:off x="1852639" y="5052767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3" name="pt42"/>
              <p:cNvSpPr/>
              <p:nvPr/>
            </p:nvSpPr>
            <p:spPr>
              <a:xfrm>
                <a:off x="2051896" y="5129177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4" name="pt43"/>
              <p:cNvSpPr/>
              <p:nvPr/>
            </p:nvSpPr>
            <p:spPr>
              <a:xfrm>
                <a:off x="2251152" y="515974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5" name="pt44"/>
              <p:cNvSpPr/>
              <p:nvPr/>
            </p:nvSpPr>
            <p:spPr>
              <a:xfrm>
                <a:off x="2450408" y="518648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6" name="pt45"/>
              <p:cNvSpPr/>
              <p:nvPr/>
            </p:nvSpPr>
            <p:spPr>
              <a:xfrm>
                <a:off x="2649664" y="521322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7" name="pt46"/>
              <p:cNvSpPr/>
              <p:nvPr/>
            </p:nvSpPr>
            <p:spPr>
              <a:xfrm>
                <a:off x="2848920" y="522086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8" name="pt47"/>
              <p:cNvSpPr/>
              <p:nvPr/>
            </p:nvSpPr>
            <p:spPr>
              <a:xfrm>
                <a:off x="3048176" y="522468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9" name="pt48"/>
              <p:cNvSpPr/>
              <p:nvPr/>
            </p:nvSpPr>
            <p:spPr>
              <a:xfrm>
                <a:off x="3247432" y="522468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0" name="pt49"/>
              <p:cNvSpPr/>
              <p:nvPr/>
            </p:nvSpPr>
            <p:spPr>
              <a:xfrm>
                <a:off x="3446688" y="521704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1" name="pt50"/>
              <p:cNvSpPr/>
              <p:nvPr/>
            </p:nvSpPr>
            <p:spPr>
              <a:xfrm>
                <a:off x="3645945" y="519412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2" name="pt51"/>
              <p:cNvSpPr/>
              <p:nvPr/>
            </p:nvSpPr>
            <p:spPr>
              <a:xfrm>
                <a:off x="3845201" y="517120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3" name="pt52"/>
              <p:cNvSpPr/>
              <p:nvPr/>
            </p:nvSpPr>
            <p:spPr>
              <a:xfrm>
                <a:off x="4044457" y="515974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4" name="pt53"/>
              <p:cNvSpPr/>
              <p:nvPr/>
            </p:nvSpPr>
            <p:spPr>
              <a:xfrm>
                <a:off x="4243713" y="515592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5" name="pt54"/>
              <p:cNvSpPr/>
              <p:nvPr/>
            </p:nvSpPr>
            <p:spPr>
              <a:xfrm>
                <a:off x="4442969" y="514827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6" name="pt55"/>
              <p:cNvSpPr/>
              <p:nvPr/>
            </p:nvSpPr>
            <p:spPr>
              <a:xfrm>
                <a:off x="4642225" y="515592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7" name="pt56"/>
              <p:cNvSpPr/>
              <p:nvPr/>
            </p:nvSpPr>
            <p:spPr>
              <a:xfrm>
                <a:off x="4841481" y="516356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8" name="pt57"/>
              <p:cNvSpPr/>
              <p:nvPr/>
            </p:nvSpPr>
            <p:spPr>
              <a:xfrm>
                <a:off x="5040738" y="516356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9" name="pt58"/>
              <p:cNvSpPr/>
              <p:nvPr/>
            </p:nvSpPr>
            <p:spPr>
              <a:xfrm>
                <a:off x="5239994" y="515592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0" name="pt59"/>
              <p:cNvSpPr/>
              <p:nvPr/>
            </p:nvSpPr>
            <p:spPr>
              <a:xfrm>
                <a:off x="1454127" y="313106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1" name="pt60"/>
              <p:cNvSpPr/>
              <p:nvPr/>
            </p:nvSpPr>
            <p:spPr>
              <a:xfrm>
                <a:off x="1653383" y="472420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2" name="pt61"/>
              <p:cNvSpPr/>
              <p:nvPr/>
            </p:nvSpPr>
            <p:spPr>
              <a:xfrm>
                <a:off x="1852639" y="505658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3" name="pt62"/>
              <p:cNvSpPr/>
              <p:nvPr/>
            </p:nvSpPr>
            <p:spPr>
              <a:xfrm>
                <a:off x="2051896" y="515592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4" name="pt63"/>
              <p:cNvSpPr/>
              <p:nvPr/>
            </p:nvSpPr>
            <p:spPr>
              <a:xfrm>
                <a:off x="2251152" y="517120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5" name="pt64"/>
              <p:cNvSpPr/>
              <p:nvPr/>
            </p:nvSpPr>
            <p:spPr>
              <a:xfrm>
                <a:off x="2450408" y="517120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6" name="pt65"/>
              <p:cNvSpPr/>
              <p:nvPr/>
            </p:nvSpPr>
            <p:spPr>
              <a:xfrm>
                <a:off x="2649664" y="517884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7" name="pt66"/>
              <p:cNvSpPr/>
              <p:nvPr/>
            </p:nvSpPr>
            <p:spPr>
              <a:xfrm>
                <a:off x="2848920" y="518266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8" name="pt67"/>
              <p:cNvSpPr/>
              <p:nvPr/>
            </p:nvSpPr>
            <p:spPr>
              <a:xfrm>
                <a:off x="3048176" y="518648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9" name="pt68"/>
              <p:cNvSpPr/>
              <p:nvPr/>
            </p:nvSpPr>
            <p:spPr>
              <a:xfrm>
                <a:off x="3247432" y="519794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0" name="pt69"/>
              <p:cNvSpPr/>
              <p:nvPr/>
            </p:nvSpPr>
            <p:spPr>
              <a:xfrm>
                <a:off x="3446688" y="519794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1" name="pt70"/>
              <p:cNvSpPr/>
              <p:nvPr/>
            </p:nvSpPr>
            <p:spPr>
              <a:xfrm>
                <a:off x="3645945" y="517884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2" name="pt71"/>
              <p:cNvSpPr/>
              <p:nvPr/>
            </p:nvSpPr>
            <p:spPr>
              <a:xfrm>
                <a:off x="3845201" y="515210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3" name="pt72"/>
              <p:cNvSpPr/>
              <p:nvPr/>
            </p:nvSpPr>
            <p:spPr>
              <a:xfrm>
                <a:off x="4044457" y="514063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4" name="pt73"/>
              <p:cNvSpPr/>
              <p:nvPr/>
            </p:nvSpPr>
            <p:spPr>
              <a:xfrm>
                <a:off x="4243713" y="513299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5" name="pt74"/>
              <p:cNvSpPr/>
              <p:nvPr/>
            </p:nvSpPr>
            <p:spPr>
              <a:xfrm>
                <a:off x="4442969" y="511007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6" name="pt75"/>
              <p:cNvSpPr/>
              <p:nvPr/>
            </p:nvSpPr>
            <p:spPr>
              <a:xfrm>
                <a:off x="4642225" y="511771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7" name="pt76"/>
              <p:cNvSpPr/>
              <p:nvPr/>
            </p:nvSpPr>
            <p:spPr>
              <a:xfrm>
                <a:off x="4841481" y="510243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8" name="pt77"/>
              <p:cNvSpPr/>
              <p:nvPr/>
            </p:nvSpPr>
            <p:spPr>
              <a:xfrm>
                <a:off x="5040738" y="508333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9" name="pt78"/>
              <p:cNvSpPr/>
              <p:nvPr/>
            </p:nvSpPr>
            <p:spPr>
              <a:xfrm>
                <a:off x="5239994" y="508333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0" name="pg79"/>
              <p:cNvSpPr/>
              <p:nvPr/>
            </p:nvSpPr>
            <p:spPr>
              <a:xfrm>
                <a:off x="1485728" y="2497993"/>
                <a:ext cx="3785866" cy="2786176"/>
              </a:xfrm>
              <a:custGeom>
                <a:avLst/>
                <a:gdLst/>
                <a:ahLst/>
                <a:cxnLst/>
                <a:pathLst>
                  <a:path w="3785866" h="2786176">
                    <a:moveTo>
                      <a:pt x="0" y="0"/>
                    </a:moveTo>
                    <a:lnTo>
                      <a:pt x="199256" y="1980475"/>
                    </a:lnTo>
                    <a:lnTo>
                      <a:pt x="398512" y="2384722"/>
                    </a:lnTo>
                    <a:lnTo>
                      <a:pt x="597768" y="2503459"/>
                    </a:lnTo>
                    <a:lnTo>
                      <a:pt x="797024" y="2572022"/>
                    </a:lnTo>
                    <a:lnTo>
                      <a:pt x="996280" y="2636030"/>
                    </a:lnTo>
                    <a:lnTo>
                      <a:pt x="1195536" y="2684831"/>
                    </a:lnTo>
                    <a:lnTo>
                      <a:pt x="1394792" y="2703683"/>
                    </a:lnTo>
                    <a:lnTo>
                      <a:pt x="1594049" y="2714334"/>
                    </a:lnTo>
                    <a:lnTo>
                      <a:pt x="1793305" y="2717420"/>
                    </a:lnTo>
                    <a:lnTo>
                      <a:pt x="1992561" y="2703582"/>
                    </a:lnTo>
                    <a:lnTo>
                      <a:pt x="2191817" y="2664983"/>
                    </a:lnTo>
                    <a:lnTo>
                      <a:pt x="2391073" y="2625280"/>
                    </a:lnTo>
                    <a:lnTo>
                      <a:pt x="2590329" y="2610894"/>
                    </a:lnTo>
                    <a:lnTo>
                      <a:pt x="2789585" y="2610982"/>
                    </a:lnTo>
                    <a:lnTo>
                      <a:pt x="2988841" y="2589505"/>
                    </a:lnTo>
                    <a:lnTo>
                      <a:pt x="3188098" y="2593108"/>
                    </a:lnTo>
                    <a:lnTo>
                      <a:pt x="3387354" y="2601212"/>
                    </a:lnTo>
                    <a:lnTo>
                      <a:pt x="3586610" y="2588785"/>
                    </a:lnTo>
                    <a:lnTo>
                      <a:pt x="3785866" y="2535993"/>
                    </a:lnTo>
                    <a:lnTo>
                      <a:pt x="3785866" y="2775513"/>
                    </a:lnTo>
                    <a:lnTo>
                      <a:pt x="3586610" y="2768788"/>
                    </a:lnTo>
                    <a:lnTo>
                      <a:pt x="3387354" y="2760757"/>
                    </a:lnTo>
                    <a:lnTo>
                      <a:pt x="3188098" y="2756079"/>
                    </a:lnTo>
                    <a:lnTo>
                      <a:pt x="2988841" y="2745985"/>
                    </a:lnTo>
                    <a:lnTo>
                      <a:pt x="2789585" y="2750832"/>
                    </a:lnTo>
                    <a:lnTo>
                      <a:pt x="2590329" y="2753209"/>
                    </a:lnTo>
                    <a:lnTo>
                      <a:pt x="2391073" y="2760461"/>
                    </a:lnTo>
                    <a:lnTo>
                      <a:pt x="2191817" y="2771273"/>
                    </a:lnTo>
                    <a:lnTo>
                      <a:pt x="1992561" y="2780923"/>
                    </a:lnTo>
                    <a:lnTo>
                      <a:pt x="1793305" y="2785293"/>
                    </a:lnTo>
                    <a:lnTo>
                      <a:pt x="1594049" y="2786176"/>
                    </a:lnTo>
                    <a:lnTo>
                      <a:pt x="1394792" y="2785051"/>
                    </a:lnTo>
                    <a:lnTo>
                      <a:pt x="1195536" y="2784095"/>
                    </a:lnTo>
                    <a:lnTo>
                      <a:pt x="996280" y="2773131"/>
                    </a:lnTo>
                    <a:lnTo>
                      <a:pt x="797024" y="2762548"/>
                    </a:lnTo>
                    <a:lnTo>
                      <a:pt x="597768" y="2750437"/>
                    </a:lnTo>
                    <a:lnTo>
                      <a:pt x="398512" y="2708892"/>
                    </a:lnTo>
                    <a:lnTo>
                      <a:pt x="199256" y="2590413"/>
                    </a:lnTo>
                    <a:lnTo>
                      <a:pt x="0" y="1923516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1" name="pl80"/>
              <p:cNvSpPr/>
              <p:nvPr/>
            </p:nvSpPr>
            <p:spPr>
              <a:xfrm>
                <a:off x="1485728" y="2497993"/>
                <a:ext cx="3785866" cy="2717420"/>
              </a:xfrm>
              <a:custGeom>
                <a:avLst/>
                <a:gdLst/>
                <a:ahLst/>
                <a:cxnLst/>
                <a:pathLst>
                  <a:path w="3785866" h="2717420">
                    <a:moveTo>
                      <a:pt x="0" y="0"/>
                    </a:moveTo>
                    <a:lnTo>
                      <a:pt x="199256" y="1980475"/>
                    </a:lnTo>
                    <a:lnTo>
                      <a:pt x="398512" y="2384722"/>
                    </a:lnTo>
                    <a:lnTo>
                      <a:pt x="597768" y="2503459"/>
                    </a:lnTo>
                    <a:lnTo>
                      <a:pt x="797024" y="2572022"/>
                    </a:lnTo>
                    <a:lnTo>
                      <a:pt x="996280" y="2636030"/>
                    </a:lnTo>
                    <a:lnTo>
                      <a:pt x="1195536" y="2684831"/>
                    </a:lnTo>
                    <a:lnTo>
                      <a:pt x="1394792" y="2703683"/>
                    </a:lnTo>
                    <a:lnTo>
                      <a:pt x="1594049" y="2714334"/>
                    </a:lnTo>
                    <a:lnTo>
                      <a:pt x="1793305" y="2717420"/>
                    </a:lnTo>
                    <a:lnTo>
                      <a:pt x="1992561" y="2703582"/>
                    </a:lnTo>
                    <a:lnTo>
                      <a:pt x="2191817" y="2664983"/>
                    </a:lnTo>
                    <a:lnTo>
                      <a:pt x="2391073" y="2625280"/>
                    </a:lnTo>
                    <a:lnTo>
                      <a:pt x="2590329" y="2610894"/>
                    </a:lnTo>
                    <a:lnTo>
                      <a:pt x="2789585" y="2610982"/>
                    </a:lnTo>
                    <a:lnTo>
                      <a:pt x="2988841" y="2589505"/>
                    </a:lnTo>
                    <a:lnTo>
                      <a:pt x="3188098" y="2593108"/>
                    </a:lnTo>
                    <a:lnTo>
                      <a:pt x="3387354" y="2601212"/>
                    </a:lnTo>
                    <a:lnTo>
                      <a:pt x="3586610" y="2588785"/>
                    </a:lnTo>
                    <a:lnTo>
                      <a:pt x="3785866" y="2535993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2" name="pl81"/>
              <p:cNvSpPr/>
              <p:nvPr/>
            </p:nvSpPr>
            <p:spPr>
              <a:xfrm>
                <a:off x="1485728" y="4421509"/>
                <a:ext cx="3785866" cy="862659"/>
              </a:xfrm>
              <a:custGeom>
                <a:avLst/>
                <a:gdLst/>
                <a:ahLst/>
                <a:cxnLst/>
                <a:pathLst>
                  <a:path w="3785866" h="862659">
                    <a:moveTo>
                      <a:pt x="3785866" y="851996"/>
                    </a:moveTo>
                    <a:lnTo>
                      <a:pt x="3586610" y="845272"/>
                    </a:lnTo>
                    <a:lnTo>
                      <a:pt x="3387354" y="837240"/>
                    </a:lnTo>
                    <a:lnTo>
                      <a:pt x="3188098" y="832562"/>
                    </a:lnTo>
                    <a:lnTo>
                      <a:pt x="2988841" y="822469"/>
                    </a:lnTo>
                    <a:lnTo>
                      <a:pt x="2789585" y="827316"/>
                    </a:lnTo>
                    <a:lnTo>
                      <a:pt x="2590329" y="829692"/>
                    </a:lnTo>
                    <a:lnTo>
                      <a:pt x="2391073" y="836944"/>
                    </a:lnTo>
                    <a:lnTo>
                      <a:pt x="2191817" y="847757"/>
                    </a:lnTo>
                    <a:lnTo>
                      <a:pt x="1992561" y="857407"/>
                    </a:lnTo>
                    <a:lnTo>
                      <a:pt x="1793305" y="861776"/>
                    </a:lnTo>
                    <a:lnTo>
                      <a:pt x="1594049" y="862659"/>
                    </a:lnTo>
                    <a:lnTo>
                      <a:pt x="1394792" y="861535"/>
                    </a:lnTo>
                    <a:lnTo>
                      <a:pt x="1195536" y="860579"/>
                    </a:lnTo>
                    <a:lnTo>
                      <a:pt x="996280" y="849615"/>
                    </a:lnTo>
                    <a:lnTo>
                      <a:pt x="797024" y="839031"/>
                    </a:lnTo>
                    <a:lnTo>
                      <a:pt x="597768" y="826920"/>
                    </a:lnTo>
                    <a:lnTo>
                      <a:pt x="398512" y="785376"/>
                    </a:lnTo>
                    <a:lnTo>
                      <a:pt x="199256" y="666896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3" name="pg82"/>
              <p:cNvSpPr/>
              <p:nvPr/>
            </p:nvSpPr>
            <p:spPr>
              <a:xfrm>
                <a:off x="1485728" y="1700685"/>
                <a:ext cx="3785866" cy="3569108"/>
              </a:xfrm>
              <a:custGeom>
                <a:avLst/>
                <a:gdLst/>
                <a:ahLst/>
                <a:cxnLst/>
                <a:pathLst>
                  <a:path w="3785866" h="3569108">
                    <a:moveTo>
                      <a:pt x="0" y="0"/>
                    </a:moveTo>
                    <a:lnTo>
                      <a:pt x="199256" y="2645059"/>
                    </a:lnTo>
                    <a:lnTo>
                      <a:pt x="398512" y="3196108"/>
                    </a:lnTo>
                    <a:lnTo>
                      <a:pt x="597768" y="3368321"/>
                    </a:lnTo>
                    <a:lnTo>
                      <a:pt x="797024" y="3387003"/>
                    </a:lnTo>
                    <a:lnTo>
                      <a:pt x="996280" y="3395809"/>
                    </a:lnTo>
                    <a:lnTo>
                      <a:pt x="1195536" y="3417322"/>
                    </a:lnTo>
                    <a:lnTo>
                      <a:pt x="1394792" y="3427742"/>
                    </a:lnTo>
                    <a:lnTo>
                      <a:pt x="1594049" y="3446666"/>
                    </a:lnTo>
                    <a:lnTo>
                      <a:pt x="1793305" y="3466935"/>
                    </a:lnTo>
                    <a:lnTo>
                      <a:pt x="1992561" y="3466393"/>
                    </a:lnTo>
                    <a:lnTo>
                      <a:pt x="2191817" y="3440628"/>
                    </a:lnTo>
                    <a:lnTo>
                      <a:pt x="2391073" y="3393470"/>
                    </a:lnTo>
                    <a:lnTo>
                      <a:pt x="2590329" y="3370580"/>
                    </a:lnTo>
                    <a:lnTo>
                      <a:pt x="2789585" y="3359976"/>
                    </a:lnTo>
                    <a:lnTo>
                      <a:pt x="2988841" y="3330915"/>
                    </a:lnTo>
                    <a:lnTo>
                      <a:pt x="3188098" y="3331364"/>
                    </a:lnTo>
                    <a:lnTo>
                      <a:pt x="3387354" y="3304615"/>
                    </a:lnTo>
                    <a:lnTo>
                      <a:pt x="3586610" y="3247080"/>
                    </a:lnTo>
                    <a:lnTo>
                      <a:pt x="3785866" y="3195899"/>
                    </a:lnTo>
                    <a:lnTo>
                      <a:pt x="3785866" y="3540013"/>
                    </a:lnTo>
                    <a:lnTo>
                      <a:pt x="3586610" y="3528155"/>
                    </a:lnTo>
                    <a:lnTo>
                      <a:pt x="3387354" y="3527070"/>
                    </a:lnTo>
                    <a:lnTo>
                      <a:pt x="3188098" y="3533715"/>
                    </a:lnTo>
                    <a:lnTo>
                      <a:pt x="2988841" y="3523933"/>
                    </a:lnTo>
                    <a:lnTo>
                      <a:pt x="2789585" y="3534562"/>
                    </a:lnTo>
                    <a:lnTo>
                      <a:pt x="2590329" y="3539397"/>
                    </a:lnTo>
                    <a:lnTo>
                      <a:pt x="2391073" y="3548680"/>
                    </a:lnTo>
                    <a:lnTo>
                      <a:pt x="2191817" y="3559190"/>
                    </a:lnTo>
                    <a:lnTo>
                      <a:pt x="1992561" y="3569081"/>
                    </a:lnTo>
                    <a:lnTo>
                      <a:pt x="1793305" y="3569108"/>
                    </a:lnTo>
                    <a:lnTo>
                      <a:pt x="1594049" y="3564004"/>
                    </a:lnTo>
                    <a:lnTo>
                      <a:pt x="1394792" y="3563243"/>
                    </a:lnTo>
                    <a:lnTo>
                      <a:pt x="1195536" y="3566858"/>
                    </a:lnTo>
                    <a:lnTo>
                      <a:pt x="996280" y="3564577"/>
                    </a:lnTo>
                    <a:lnTo>
                      <a:pt x="797024" y="3564326"/>
                    </a:lnTo>
                    <a:lnTo>
                      <a:pt x="597768" y="3557259"/>
                    </a:lnTo>
                    <a:lnTo>
                      <a:pt x="398512" y="3512749"/>
                    </a:lnTo>
                    <a:lnTo>
                      <a:pt x="199256" y="3342397"/>
                    </a:lnTo>
                    <a:lnTo>
                      <a:pt x="0" y="2464909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4" name="pl83"/>
              <p:cNvSpPr/>
              <p:nvPr/>
            </p:nvSpPr>
            <p:spPr>
              <a:xfrm>
                <a:off x="1485728" y="1700685"/>
                <a:ext cx="3785866" cy="3466935"/>
              </a:xfrm>
              <a:custGeom>
                <a:avLst/>
                <a:gdLst/>
                <a:ahLst/>
                <a:cxnLst/>
                <a:pathLst>
                  <a:path w="3785866" h="3466935">
                    <a:moveTo>
                      <a:pt x="0" y="0"/>
                    </a:moveTo>
                    <a:lnTo>
                      <a:pt x="199256" y="2645059"/>
                    </a:lnTo>
                    <a:lnTo>
                      <a:pt x="398512" y="3196108"/>
                    </a:lnTo>
                    <a:lnTo>
                      <a:pt x="597768" y="3368321"/>
                    </a:lnTo>
                    <a:lnTo>
                      <a:pt x="797024" y="3387003"/>
                    </a:lnTo>
                    <a:lnTo>
                      <a:pt x="996280" y="3395809"/>
                    </a:lnTo>
                    <a:lnTo>
                      <a:pt x="1195536" y="3417322"/>
                    </a:lnTo>
                    <a:lnTo>
                      <a:pt x="1394792" y="3427742"/>
                    </a:lnTo>
                    <a:lnTo>
                      <a:pt x="1594049" y="3446666"/>
                    </a:lnTo>
                    <a:lnTo>
                      <a:pt x="1793305" y="3466935"/>
                    </a:lnTo>
                    <a:lnTo>
                      <a:pt x="1992561" y="3466393"/>
                    </a:lnTo>
                    <a:lnTo>
                      <a:pt x="2191817" y="3440628"/>
                    </a:lnTo>
                    <a:lnTo>
                      <a:pt x="2391073" y="3393470"/>
                    </a:lnTo>
                    <a:lnTo>
                      <a:pt x="2590329" y="3370580"/>
                    </a:lnTo>
                    <a:lnTo>
                      <a:pt x="2789585" y="3359976"/>
                    </a:lnTo>
                    <a:lnTo>
                      <a:pt x="2988841" y="3330915"/>
                    </a:lnTo>
                    <a:lnTo>
                      <a:pt x="3188098" y="3331364"/>
                    </a:lnTo>
                    <a:lnTo>
                      <a:pt x="3387354" y="3304615"/>
                    </a:lnTo>
                    <a:lnTo>
                      <a:pt x="3586610" y="3247080"/>
                    </a:lnTo>
                    <a:lnTo>
                      <a:pt x="3785866" y="3195899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5" name="pl84"/>
              <p:cNvSpPr/>
              <p:nvPr/>
            </p:nvSpPr>
            <p:spPr>
              <a:xfrm>
                <a:off x="1485728" y="4165595"/>
                <a:ext cx="3785866" cy="1104198"/>
              </a:xfrm>
              <a:custGeom>
                <a:avLst/>
                <a:gdLst/>
                <a:ahLst/>
                <a:cxnLst/>
                <a:pathLst>
                  <a:path w="3785866" h="1104198">
                    <a:moveTo>
                      <a:pt x="3785866" y="1075103"/>
                    </a:moveTo>
                    <a:lnTo>
                      <a:pt x="3586610" y="1063245"/>
                    </a:lnTo>
                    <a:lnTo>
                      <a:pt x="3387354" y="1062160"/>
                    </a:lnTo>
                    <a:lnTo>
                      <a:pt x="3188098" y="1068806"/>
                    </a:lnTo>
                    <a:lnTo>
                      <a:pt x="2988841" y="1059023"/>
                    </a:lnTo>
                    <a:lnTo>
                      <a:pt x="2789585" y="1069652"/>
                    </a:lnTo>
                    <a:lnTo>
                      <a:pt x="2590329" y="1074488"/>
                    </a:lnTo>
                    <a:lnTo>
                      <a:pt x="2391073" y="1083770"/>
                    </a:lnTo>
                    <a:lnTo>
                      <a:pt x="2191817" y="1094280"/>
                    </a:lnTo>
                    <a:lnTo>
                      <a:pt x="1992561" y="1104172"/>
                    </a:lnTo>
                    <a:lnTo>
                      <a:pt x="1793305" y="1104198"/>
                    </a:lnTo>
                    <a:lnTo>
                      <a:pt x="1594049" y="1099094"/>
                    </a:lnTo>
                    <a:lnTo>
                      <a:pt x="1394792" y="1098334"/>
                    </a:lnTo>
                    <a:lnTo>
                      <a:pt x="1195536" y="1101948"/>
                    </a:lnTo>
                    <a:lnTo>
                      <a:pt x="996280" y="1099668"/>
                    </a:lnTo>
                    <a:lnTo>
                      <a:pt x="797024" y="1099417"/>
                    </a:lnTo>
                    <a:lnTo>
                      <a:pt x="597768" y="1092349"/>
                    </a:lnTo>
                    <a:lnTo>
                      <a:pt x="398512" y="1047839"/>
                    </a:lnTo>
                    <a:lnTo>
                      <a:pt x="199256" y="877487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6" name="tx85"/>
              <p:cNvSpPr/>
              <p:nvPr/>
            </p:nvSpPr>
            <p:spPr>
              <a:xfrm>
                <a:off x="1241389" y="5271906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7" name="tx86"/>
              <p:cNvSpPr/>
              <p:nvPr/>
            </p:nvSpPr>
            <p:spPr>
              <a:xfrm>
                <a:off x="1148183" y="4316784"/>
                <a:ext cx="15536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2.5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8" name="tx87"/>
              <p:cNvSpPr/>
              <p:nvPr/>
            </p:nvSpPr>
            <p:spPr>
              <a:xfrm>
                <a:off x="1241389" y="3363080"/>
                <a:ext cx="62155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9" name="tx88"/>
              <p:cNvSpPr/>
              <p:nvPr/>
            </p:nvSpPr>
            <p:spPr>
              <a:xfrm>
                <a:off x="1148183" y="2407903"/>
                <a:ext cx="155361" cy="80327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7.5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0" name="tx89"/>
              <p:cNvSpPr/>
              <p:nvPr/>
            </p:nvSpPr>
            <p:spPr>
              <a:xfrm>
                <a:off x="1179233" y="1451417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1" name="pl90"/>
              <p:cNvSpPr/>
              <p:nvPr/>
            </p:nvSpPr>
            <p:spPr>
              <a:xfrm>
                <a:off x="1331380" y="5313598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2" name="pl91"/>
              <p:cNvSpPr/>
              <p:nvPr/>
            </p:nvSpPr>
            <p:spPr>
              <a:xfrm>
                <a:off x="1331380" y="4358475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3" name="pl92"/>
              <p:cNvSpPr/>
              <p:nvPr/>
            </p:nvSpPr>
            <p:spPr>
              <a:xfrm>
                <a:off x="1331380" y="3403353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4" name="pl93"/>
              <p:cNvSpPr/>
              <p:nvPr/>
            </p:nvSpPr>
            <p:spPr>
              <a:xfrm>
                <a:off x="1331380" y="2448231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5" name="pl94"/>
              <p:cNvSpPr/>
              <p:nvPr/>
            </p:nvSpPr>
            <p:spPr>
              <a:xfrm>
                <a:off x="1331380" y="1493108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6" name="pl95"/>
              <p:cNvSpPr/>
              <p:nvPr/>
            </p:nvSpPr>
            <p:spPr>
              <a:xfrm>
                <a:off x="1485728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7" name="pl96"/>
              <p:cNvSpPr/>
              <p:nvPr/>
            </p:nvSpPr>
            <p:spPr>
              <a:xfrm>
                <a:off x="168498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8" name="pl97"/>
              <p:cNvSpPr/>
              <p:nvPr/>
            </p:nvSpPr>
            <p:spPr>
              <a:xfrm>
                <a:off x="188424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9" name="pl98"/>
              <p:cNvSpPr/>
              <p:nvPr/>
            </p:nvSpPr>
            <p:spPr>
              <a:xfrm>
                <a:off x="208349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0" name="pl99"/>
              <p:cNvSpPr/>
              <p:nvPr/>
            </p:nvSpPr>
            <p:spPr>
              <a:xfrm>
                <a:off x="228275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1" name="pl100"/>
              <p:cNvSpPr/>
              <p:nvPr/>
            </p:nvSpPr>
            <p:spPr>
              <a:xfrm>
                <a:off x="248200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2" name="pl101"/>
              <p:cNvSpPr/>
              <p:nvPr/>
            </p:nvSpPr>
            <p:spPr>
              <a:xfrm>
                <a:off x="268126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3" name="pl102"/>
              <p:cNvSpPr/>
              <p:nvPr/>
            </p:nvSpPr>
            <p:spPr>
              <a:xfrm>
                <a:off x="288052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4" name="pl103"/>
              <p:cNvSpPr/>
              <p:nvPr/>
            </p:nvSpPr>
            <p:spPr>
              <a:xfrm>
                <a:off x="307977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5" name="pl104"/>
              <p:cNvSpPr/>
              <p:nvPr/>
            </p:nvSpPr>
            <p:spPr>
              <a:xfrm>
                <a:off x="327903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6" name="pl105"/>
              <p:cNvSpPr/>
              <p:nvPr/>
            </p:nvSpPr>
            <p:spPr>
              <a:xfrm>
                <a:off x="347829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7" name="pl106"/>
              <p:cNvSpPr/>
              <p:nvPr/>
            </p:nvSpPr>
            <p:spPr>
              <a:xfrm>
                <a:off x="367754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8" name="pl107"/>
              <p:cNvSpPr/>
              <p:nvPr/>
            </p:nvSpPr>
            <p:spPr>
              <a:xfrm>
                <a:off x="387680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9" name="pl108"/>
              <p:cNvSpPr/>
              <p:nvPr/>
            </p:nvSpPr>
            <p:spPr>
              <a:xfrm>
                <a:off x="4076058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0" name="pl109"/>
              <p:cNvSpPr/>
              <p:nvPr/>
            </p:nvSpPr>
            <p:spPr>
              <a:xfrm>
                <a:off x="427531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1" name="pl110"/>
              <p:cNvSpPr/>
              <p:nvPr/>
            </p:nvSpPr>
            <p:spPr>
              <a:xfrm>
                <a:off x="447457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2" name="pl111"/>
              <p:cNvSpPr/>
              <p:nvPr/>
            </p:nvSpPr>
            <p:spPr>
              <a:xfrm>
                <a:off x="467382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3" name="pl112"/>
              <p:cNvSpPr/>
              <p:nvPr/>
            </p:nvSpPr>
            <p:spPr>
              <a:xfrm>
                <a:off x="487308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4" name="pl113"/>
              <p:cNvSpPr/>
              <p:nvPr/>
            </p:nvSpPr>
            <p:spPr>
              <a:xfrm>
                <a:off x="507233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5" name="pl114"/>
              <p:cNvSpPr/>
              <p:nvPr/>
            </p:nvSpPr>
            <p:spPr>
              <a:xfrm>
                <a:off x="527159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6" name="tx115"/>
              <p:cNvSpPr/>
              <p:nvPr/>
            </p:nvSpPr>
            <p:spPr>
              <a:xfrm>
                <a:off x="1422018" y="6063223"/>
                <a:ext cx="127421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&lt;5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7" name="tx116"/>
              <p:cNvSpPr/>
              <p:nvPr/>
            </p:nvSpPr>
            <p:spPr>
              <a:xfrm>
                <a:off x="1604220" y="6061805"/>
                <a:ext cx="161528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5-9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8" name="tx117"/>
              <p:cNvSpPr/>
              <p:nvPr/>
            </p:nvSpPr>
            <p:spPr>
              <a:xfrm>
                <a:off x="1741321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10-14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9" name="tx118"/>
              <p:cNvSpPr/>
              <p:nvPr/>
            </p:nvSpPr>
            <p:spPr>
              <a:xfrm>
                <a:off x="194057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15-19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tx119"/>
              <p:cNvSpPr/>
              <p:nvPr/>
            </p:nvSpPr>
            <p:spPr>
              <a:xfrm>
                <a:off x="213983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20-24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x120"/>
              <p:cNvSpPr/>
              <p:nvPr/>
            </p:nvSpPr>
            <p:spPr>
              <a:xfrm>
                <a:off x="2339089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25-29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x121"/>
              <p:cNvSpPr/>
              <p:nvPr/>
            </p:nvSpPr>
            <p:spPr>
              <a:xfrm>
                <a:off x="2538346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30-34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tx122"/>
              <p:cNvSpPr/>
              <p:nvPr/>
            </p:nvSpPr>
            <p:spPr>
              <a:xfrm>
                <a:off x="2737602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35-39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tx123"/>
              <p:cNvSpPr/>
              <p:nvPr/>
            </p:nvSpPr>
            <p:spPr>
              <a:xfrm>
                <a:off x="2936858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40-44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tx124"/>
              <p:cNvSpPr/>
              <p:nvPr/>
            </p:nvSpPr>
            <p:spPr>
              <a:xfrm>
                <a:off x="313611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45-49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tx125"/>
              <p:cNvSpPr/>
              <p:nvPr/>
            </p:nvSpPr>
            <p:spPr>
              <a:xfrm>
                <a:off x="333537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50-54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tx126"/>
              <p:cNvSpPr/>
              <p:nvPr/>
            </p:nvSpPr>
            <p:spPr>
              <a:xfrm>
                <a:off x="353462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55-59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tx127"/>
              <p:cNvSpPr/>
              <p:nvPr/>
            </p:nvSpPr>
            <p:spPr>
              <a:xfrm>
                <a:off x="373388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60-64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tx128"/>
              <p:cNvSpPr/>
              <p:nvPr/>
            </p:nvSpPr>
            <p:spPr>
              <a:xfrm>
                <a:off x="3933138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65-69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tx129"/>
              <p:cNvSpPr/>
              <p:nvPr/>
            </p:nvSpPr>
            <p:spPr>
              <a:xfrm>
                <a:off x="413239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70-74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tx130"/>
              <p:cNvSpPr/>
              <p:nvPr/>
            </p:nvSpPr>
            <p:spPr>
              <a:xfrm>
                <a:off x="4331651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75-79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tx131"/>
              <p:cNvSpPr/>
              <p:nvPr/>
            </p:nvSpPr>
            <p:spPr>
              <a:xfrm>
                <a:off x="453090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80-84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" name="tx132"/>
              <p:cNvSpPr/>
              <p:nvPr/>
            </p:nvSpPr>
            <p:spPr>
              <a:xfrm>
                <a:off x="473016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85-89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tx133"/>
              <p:cNvSpPr/>
              <p:nvPr/>
            </p:nvSpPr>
            <p:spPr>
              <a:xfrm>
                <a:off x="4929419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90-94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5" name="tx134"/>
              <p:cNvSpPr/>
              <p:nvPr/>
            </p:nvSpPr>
            <p:spPr>
              <a:xfrm>
                <a:off x="5176806" y="6061805"/>
                <a:ext cx="189577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95+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6" name="tx135"/>
              <p:cNvSpPr/>
              <p:nvPr/>
            </p:nvSpPr>
            <p:spPr>
              <a:xfrm>
                <a:off x="3254378" y="6172411"/>
                <a:ext cx="248567" cy="12939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Age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7" name="tx136"/>
              <p:cNvSpPr/>
              <p:nvPr/>
            </p:nvSpPr>
            <p:spPr>
              <a:xfrm rot="-5400000">
                <a:off x="407214" y="3440756"/>
                <a:ext cx="1250205" cy="1033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The Rate of Deaths 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8" name="rc137"/>
              <p:cNvSpPr/>
              <p:nvPr/>
            </p:nvSpPr>
            <p:spPr>
              <a:xfrm>
                <a:off x="5530327" y="3103888"/>
                <a:ext cx="800883" cy="77707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9" name="tx138"/>
              <p:cNvSpPr/>
              <p:nvPr/>
            </p:nvSpPr>
            <p:spPr>
              <a:xfrm>
                <a:off x="5599916" y="3184766"/>
                <a:ext cx="240723" cy="1034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Sex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0" name="rc139"/>
              <p:cNvSpPr/>
              <p:nvPr/>
            </p:nvSpPr>
            <p:spPr>
              <a:xfrm>
                <a:off x="5599916" y="3372466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41" name="pl140"/>
              <p:cNvSpPr/>
              <p:nvPr/>
            </p:nvSpPr>
            <p:spPr>
              <a:xfrm>
                <a:off x="5621861" y="3482194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2" name="pt141"/>
              <p:cNvSpPr/>
              <p:nvPr/>
            </p:nvSpPr>
            <p:spPr>
              <a:xfrm>
                <a:off x="5678042" y="345059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3" name="rc142"/>
              <p:cNvSpPr/>
              <p:nvPr/>
            </p:nvSpPr>
            <p:spPr>
              <a:xfrm>
                <a:off x="5599916" y="3591922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44" name="pl143"/>
              <p:cNvSpPr/>
              <p:nvPr/>
            </p:nvSpPr>
            <p:spPr>
              <a:xfrm>
                <a:off x="5621861" y="3701650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5" name="pt144"/>
              <p:cNvSpPr/>
              <p:nvPr/>
            </p:nvSpPr>
            <p:spPr>
              <a:xfrm>
                <a:off x="5678042" y="36700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6" name="tx145"/>
              <p:cNvSpPr/>
              <p:nvPr/>
            </p:nvSpPr>
            <p:spPr>
              <a:xfrm>
                <a:off x="5888961" y="3440884"/>
                <a:ext cx="372660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Female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7" name="tx146"/>
              <p:cNvSpPr/>
              <p:nvPr/>
            </p:nvSpPr>
            <p:spPr>
              <a:xfrm>
                <a:off x="5888961" y="3660340"/>
                <a:ext cx="242237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48" name="文本框 147"/>
            <p:cNvSpPr txBox="1"/>
            <p:nvPr/>
          </p:nvSpPr>
          <p:spPr>
            <a:xfrm>
              <a:off x="5839" y="9505"/>
              <a:ext cx="263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Global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WPS 演示</Application>
  <PresentationFormat>Présentation à l'écran (4:3)</PresentationFormat>
  <Paragraphs>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2025-06-13T10:50:34Z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A6A70AFE7BF04C008A5A35D6796C3079_12</vt:lpwstr>
  </property>
  <property fmtid="{D5CDD505-2E9C-101B-9397-08002B2CF9AE}" pid="3" name="KSOProductBuildVer">
    <vt:lpwstr>2052-12.1.0.21541</vt:lpwstr>
  </property>
</Properties>
</file>