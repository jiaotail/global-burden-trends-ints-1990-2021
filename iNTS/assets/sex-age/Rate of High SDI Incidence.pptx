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组合 148"/>
          <p:cNvGrpSpPr/>
          <p:nvPr/>
        </p:nvGrpSpPr>
        <p:grpSpPr>
          <a:xfrm>
            <a:off x="35560" y="44450"/>
            <a:ext cx="8920480" cy="6207760"/>
            <a:chOff x="56" y="70"/>
            <a:chExt cx="14048" cy="9776"/>
          </a:xfrm>
        </p:grpSpPr>
        <p:grpSp>
          <p:nvGrpSpPr>
            <p:cNvPr id="3" name="组合 2"/>
            <p:cNvGrpSpPr/>
            <p:nvPr/>
          </p:nvGrpSpPr>
          <p:grpSpPr>
            <a:xfrm>
              <a:off x="56" y="70"/>
              <a:ext cx="14049" cy="9777"/>
              <a:chOff x="914400" y="914400"/>
              <a:chExt cx="5486400" cy="5808396"/>
            </a:xfrm>
          </p:grpSpPr>
          <p:sp>
            <p:nvSpPr>
              <p:cNvPr id="4" name="rc3"/>
              <p:cNvSpPr/>
              <p:nvPr/>
            </p:nvSpPr>
            <p:spPr>
              <a:xfrm>
                <a:off x="914400" y="914400"/>
                <a:ext cx="5486400" cy="5486400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 w="9525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" name="rc4"/>
              <p:cNvSpPr/>
              <p:nvPr/>
            </p:nvSpPr>
            <p:spPr>
              <a:xfrm>
                <a:off x="914400" y="914400"/>
                <a:ext cx="5486400" cy="580839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 w="1355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" name="rc5"/>
              <p:cNvSpPr/>
              <p:nvPr/>
            </p:nvSpPr>
            <p:spPr>
              <a:xfrm>
                <a:off x="1272969" y="983989"/>
                <a:ext cx="4118179" cy="5016877"/>
              </a:xfrm>
              <a:prstGeom prst="rect">
                <a:avLst/>
              </a:prstGeom>
              <a:solidFill>
                <a:srgbClr val="EBEBEB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7" name="pl6"/>
              <p:cNvSpPr/>
              <p:nvPr/>
            </p:nvSpPr>
            <p:spPr>
              <a:xfrm>
                <a:off x="1272969" y="4973310"/>
                <a:ext cx="4118179" cy="0"/>
              </a:xfrm>
              <a:custGeom>
                <a:avLst/>
                <a:gdLst/>
                <a:ahLst/>
                <a:cxnLst/>
                <a:pathLst>
                  <a:path w="4118179">
                    <a:moveTo>
                      <a:pt x="0" y="0"/>
                    </a:moveTo>
                    <a:lnTo>
                      <a:pt x="4118179" y="0"/>
                    </a:lnTo>
                    <a:lnTo>
                      <a:pt x="4118179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8" name="pl7"/>
              <p:cNvSpPr/>
              <p:nvPr/>
            </p:nvSpPr>
            <p:spPr>
              <a:xfrm>
                <a:off x="1272969" y="3835879"/>
                <a:ext cx="4118179" cy="0"/>
              </a:xfrm>
              <a:custGeom>
                <a:avLst/>
                <a:gdLst/>
                <a:ahLst/>
                <a:cxnLst/>
                <a:pathLst>
                  <a:path w="4118179">
                    <a:moveTo>
                      <a:pt x="0" y="0"/>
                    </a:moveTo>
                    <a:lnTo>
                      <a:pt x="4118179" y="0"/>
                    </a:lnTo>
                    <a:lnTo>
                      <a:pt x="4118179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" name="pl8"/>
              <p:cNvSpPr/>
              <p:nvPr/>
            </p:nvSpPr>
            <p:spPr>
              <a:xfrm>
                <a:off x="1272969" y="2698448"/>
                <a:ext cx="4118179" cy="0"/>
              </a:xfrm>
              <a:custGeom>
                <a:avLst/>
                <a:gdLst/>
                <a:ahLst/>
                <a:cxnLst/>
                <a:pathLst>
                  <a:path w="4118179">
                    <a:moveTo>
                      <a:pt x="0" y="0"/>
                    </a:moveTo>
                    <a:lnTo>
                      <a:pt x="4118179" y="0"/>
                    </a:lnTo>
                    <a:lnTo>
                      <a:pt x="4118179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" name="pl9"/>
              <p:cNvSpPr/>
              <p:nvPr/>
            </p:nvSpPr>
            <p:spPr>
              <a:xfrm>
                <a:off x="1272969" y="1561017"/>
                <a:ext cx="4118179" cy="0"/>
              </a:xfrm>
              <a:custGeom>
                <a:avLst/>
                <a:gdLst/>
                <a:ahLst/>
                <a:cxnLst/>
                <a:pathLst>
                  <a:path w="4118179">
                    <a:moveTo>
                      <a:pt x="0" y="0"/>
                    </a:moveTo>
                    <a:lnTo>
                      <a:pt x="4118179" y="0"/>
                    </a:lnTo>
                    <a:lnTo>
                      <a:pt x="4118179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" name="pl10"/>
              <p:cNvSpPr/>
              <p:nvPr/>
            </p:nvSpPr>
            <p:spPr>
              <a:xfrm>
                <a:off x="1272969" y="5542025"/>
                <a:ext cx="4118179" cy="0"/>
              </a:xfrm>
              <a:custGeom>
                <a:avLst/>
                <a:gdLst/>
                <a:ahLst/>
                <a:cxnLst/>
                <a:pathLst>
                  <a:path w="4118179">
                    <a:moveTo>
                      <a:pt x="0" y="0"/>
                    </a:moveTo>
                    <a:lnTo>
                      <a:pt x="4118179" y="0"/>
                    </a:lnTo>
                    <a:lnTo>
                      <a:pt x="4118179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2" name="pl11"/>
              <p:cNvSpPr/>
              <p:nvPr/>
            </p:nvSpPr>
            <p:spPr>
              <a:xfrm>
                <a:off x="1272969" y="4404594"/>
                <a:ext cx="4118179" cy="0"/>
              </a:xfrm>
              <a:custGeom>
                <a:avLst/>
                <a:gdLst/>
                <a:ahLst/>
                <a:cxnLst/>
                <a:pathLst>
                  <a:path w="4118179">
                    <a:moveTo>
                      <a:pt x="0" y="0"/>
                    </a:moveTo>
                    <a:lnTo>
                      <a:pt x="4118179" y="0"/>
                    </a:lnTo>
                    <a:lnTo>
                      <a:pt x="4118179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3" name="pl12"/>
              <p:cNvSpPr/>
              <p:nvPr/>
            </p:nvSpPr>
            <p:spPr>
              <a:xfrm>
                <a:off x="1272969" y="3267163"/>
                <a:ext cx="4118179" cy="0"/>
              </a:xfrm>
              <a:custGeom>
                <a:avLst/>
                <a:gdLst/>
                <a:ahLst/>
                <a:cxnLst/>
                <a:pathLst>
                  <a:path w="4118179">
                    <a:moveTo>
                      <a:pt x="0" y="0"/>
                    </a:moveTo>
                    <a:lnTo>
                      <a:pt x="4118179" y="0"/>
                    </a:lnTo>
                    <a:lnTo>
                      <a:pt x="4118179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4" name="pl13"/>
              <p:cNvSpPr/>
              <p:nvPr/>
            </p:nvSpPr>
            <p:spPr>
              <a:xfrm>
                <a:off x="1272969" y="2129732"/>
                <a:ext cx="4118179" cy="0"/>
              </a:xfrm>
              <a:custGeom>
                <a:avLst/>
                <a:gdLst/>
                <a:ahLst/>
                <a:cxnLst/>
                <a:pathLst>
                  <a:path w="4118179">
                    <a:moveTo>
                      <a:pt x="0" y="0"/>
                    </a:moveTo>
                    <a:lnTo>
                      <a:pt x="4118179" y="0"/>
                    </a:lnTo>
                    <a:lnTo>
                      <a:pt x="4118179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5" name="pl14"/>
              <p:cNvSpPr/>
              <p:nvPr/>
            </p:nvSpPr>
            <p:spPr>
              <a:xfrm>
                <a:off x="1272969" y="992301"/>
                <a:ext cx="4118179" cy="0"/>
              </a:xfrm>
              <a:custGeom>
                <a:avLst/>
                <a:gdLst/>
                <a:ahLst/>
                <a:cxnLst/>
                <a:pathLst>
                  <a:path w="4118179">
                    <a:moveTo>
                      <a:pt x="0" y="0"/>
                    </a:moveTo>
                    <a:lnTo>
                      <a:pt x="4118179" y="0"/>
                    </a:lnTo>
                    <a:lnTo>
                      <a:pt x="4118179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6" name="pl15"/>
              <p:cNvSpPr/>
              <p:nvPr/>
            </p:nvSpPr>
            <p:spPr>
              <a:xfrm>
                <a:off x="1395291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7" name="pl16"/>
              <p:cNvSpPr/>
              <p:nvPr/>
            </p:nvSpPr>
            <p:spPr>
              <a:xfrm>
                <a:off x="1599161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8" name="pl17"/>
              <p:cNvSpPr/>
              <p:nvPr/>
            </p:nvSpPr>
            <p:spPr>
              <a:xfrm>
                <a:off x="1803031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9" name="pl18"/>
              <p:cNvSpPr/>
              <p:nvPr/>
            </p:nvSpPr>
            <p:spPr>
              <a:xfrm>
                <a:off x="2006902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0" name="pl19"/>
              <p:cNvSpPr/>
              <p:nvPr/>
            </p:nvSpPr>
            <p:spPr>
              <a:xfrm>
                <a:off x="2210772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1" name="pl20"/>
              <p:cNvSpPr/>
              <p:nvPr/>
            </p:nvSpPr>
            <p:spPr>
              <a:xfrm>
                <a:off x="2414642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2" name="pl21"/>
              <p:cNvSpPr/>
              <p:nvPr/>
            </p:nvSpPr>
            <p:spPr>
              <a:xfrm>
                <a:off x="261851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3" name="pl22"/>
              <p:cNvSpPr/>
              <p:nvPr/>
            </p:nvSpPr>
            <p:spPr>
              <a:xfrm>
                <a:off x="282238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4" name="pl23"/>
              <p:cNvSpPr/>
              <p:nvPr/>
            </p:nvSpPr>
            <p:spPr>
              <a:xfrm>
                <a:off x="302625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5" name="pl24"/>
              <p:cNvSpPr/>
              <p:nvPr/>
            </p:nvSpPr>
            <p:spPr>
              <a:xfrm>
                <a:off x="323012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6" name="pl25"/>
              <p:cNvSpPr/>
              <p:nvPr/>
            </p:nvSpPr>
            <p:spPr>
              <a:xfrm>
                <a:off x="3433994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7" name="pl26"/>
              <p:cNvSpPr/>
              <p:nvPr/>
            </p:nvSpPr>
            <p:spPr>
              <a:xfrm>
                <a:off x="3637864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8" name="pl27"/>
              <p:cNvSpPr/>
              <p:nvPr/>
            </p:nvSpPr>
            <p:spPr>
              <a:xfrm>
                <a:off x="3841734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9" name="pl28"/>
              <p:cNvSpPr/>
              <p:nvPr/>
            </p:nvSpPr>
            <p:spPr>
              <a:xfrm>
                <a:off x="4045605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0" name="pl29"/>
              <p:cNvSpPr/>
              <p:nvPr/>
            </p:nvSpPr>
            <p:spPr>
              <a:xfrm>
                <a:off x="4249475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1" name="pl30"/>
              <p:cNvSpPr/>
              <p:nvPr/>
            </p:nvSpPr>
            <p:spPr>
              <a:xfrm>
                <a:off x="4453345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2" name="pl31"/>
              <p:cNvSpPr/>
              <p:nvPr/>
            </p:nvSpPr>
            <p:spPr>
              <a:xfrm>
                <a:off x="4657216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3" name="pl32"/>
              <p:cNvSpPr/>
              <p:nvPr/>
            </p:nvSpPr>
            <p:spPr>
              <a:xfrm>
                <a:off x="4861086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4" name="pl33"/>
              <p:cNvSpPr/>
              <p:nvPr/>
            </p:nvSpPr>
            <p:spPr>
              <a:xfrm>
                <a:off x="5064956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5" name="pl34"/>
              <p:cNvSpPr/>
              <p:nvPr/>
            </p:nvSpPr>
            <p:spPr>
              <a:xfrm>
                <a:off x="5268826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6" name="pl35"/>
              <p:cNvSpPr/>
              <p:nvPr/>
            </p:nvSpPr>
            <p:spPr>
              <a:xfrm>
                <a:off x="1395291" y="3142046"/>
                <a:ext cx="3873535" cy="1899509"/>
              </a:xfrm>
              <a:custGeom>
                <a:avLst/>
                <a:gdLst/>
                <a:ahLst/>
                <a:cxnLst/>
                <a:pathLst>
                  <a:path w="3873535" h="1899509">
                    <a:moveTo>
                      <a:pt x="0" y="0"/>
                    </a:moveTo>
                    <a:lnTo>
                      <a:pt x="203870" y="648335"/>
                    </a:lnTo>
                    <a:lnTo>
                      <a:pt x="407740" y="1148805"/>
                    </a:lnTo>
                    <a:lnTo>
                      <a:pt x="611610" y="1490034"/>
                    </a:lnTo>
                    <a:lnTo>
                      <a:pt x="815481" y="1649274"/>
                    </a:lnTo>
                    <a:lnTo>
                      <a:pt x="1019351" y="1740269"/>
                    </a:lnTo>
                    <a:lnTo>
                      <a:pt x="1223221" y="1808515"/>
                    </a:lnTo>
                    <a:lnTo>
                      <a:pt x="1427092" y="1842638"/>
                    </a:lnTo>
                    <a:lnTo>
                      <a:pt x="1630962" y="1854012"/>
                    </a:lnTo>
                    <a:lnTo>
                      <a:pt x="1834832" y="1888135"/>
                    </a:lnTo>
                    <a:lnTo>
                      <a:pt x="2038702" y="1899509"/>
                    </a:lnTo>
                    <a:lnTo>
                      <a:pt x="2242573" y="1876761"/>
                    </a:lnTo>
                    <a:lnTo>
                      <a:pt x="2446443" y="1865386"/>
                    </a:lnTo>
                    <a:lnTo>
                      <a:pt x="2650313" y="1854012"/>
                    </a:lnTo>
                    <a:lnTo>
                      <a:pt x="2854184" y="1876761"/>
                    </a:lnTo>
                    <a:lnTo>
                      <a:pt x="3058054" y="1899509"/>
                    </a:lnTo>
                    <a:lnTo>
                      <a:pt x="3261924" y="1888135"/>
                    </a:lnTo>
                    <a:lnTo>
                      <a:pt x="3465795" y="1831263"/>
                    </a:lnTo>
                    <a:lnTo>
                      <a:pt x="3669665" y="1751643"/>
                    </a:lnTo>
                    <a:lnTo>
                      <a:pt x="3873535" y="1649274"/>
                    </a:lnTo>
                  </a:path>
                </a:pathLst>
              </a:custGeom>
              <a:ln w="32521" cap="flat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7" name="pl36"/>
              <p:cNvSpPr/>
              <p:nvPr/>
            </p:nvSpPr>
            <p:spPr>
              <a:xfrm>
                <a:off x="1395291" y="2823565"/>
                <a:ext cx="3873535" cy="2115621"/>
              </a:xfrm>
              <a:custGeom>
                <a:avLst/>
                <a:gdLst/>
                <a:ahLst/>
                <a:cxnLst/>
                <a:pathLst>
                  <a:path w="3873535" h="2115621">
                    <a:moveTo>
                      <a:pt x="0" y="0"/>
                    </a:moveTo>
                    <a:lnTo>
                      <a:pt x="203870" y="887196"/>
                    </a:lnTo>
                    <a:lnTo>
                      <a:pt x="407740" y="1455911"/>
                    </a:lnTo>
                    <a:lnTo>
                      <a:pt x="611610" y="1797140"/>
                    </a:lnTo>
                    <a:lnTo>
                      <a:pt x="815481" y="1933632"/>
                    </a:lnTo>
                    <a:lnTo>
                      <a:pt x="1019351" y="1990504"/>
                    </a:lnTo>
                    <a:lnTo>
                      <a:pt x="1223221" y="2047375"/>
                    </a:lnTo>
                    <a:lnTo>
                      <a:pt x="1427092" y="2058750"/>
                    </a:lnTo>
                    <a:lnTo>
                      <a:pt x="1630962" y="2070124"/>
                    </a:lnTo>
                    <a:lnTo>
                      <a:pt x="1834832" y="2115621"/>
                    </a:lnTo>
                    <a:lnTo>
                      <a:pt x="2038702" y="2115621"/>
                    </a:lnTo>
                    <a:lnTo>
                      <a:pt x="2242573" y="2104247"/>
                    </a:lnTo>
                    <a:lnTo>
                      <a:pt x="2446443" y="2070124"/>
                    </a:lnTo>
                    <a:lnTo>
                      <a:pt x="2650313" y="2036001"/>
                    </a:lnTo>
                    <a:lnTo>
                      <a:pt x="2854184" y="2036001"/>
                    </a:lnTo>
                    <a:lnTo>
                      <a:pt x="3058054" y="2047375"/>
                    </a:lnTo>
                    <a:lnTo>
                      <a:pt x="3261924" y="2013252"/>
                    </a:lnTo>
                    <a:lnTo>
                      <a:pt x="3465795" y="1910884"/>
                    </a:lnTo>
                    <a:lnTo>
                      <a:pt x="3669665" y="1683397"/>
                    </a:lnTo>
                    <a:lnTo>
                      <a:pt x="3873535" y="1433163"/>
                    </a:lnTo>
                  </a:path>
                </a:pathLst>
              </a:custGeom>
              <a:ln w="32521" cap="flat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8" name="pt37"/>
              <p:cNvSpPr/>
              <p:nvPr/>
            </p:nvSpPr>
            <p:spPr>
              <a:xfrm>
                <a:off x="1363690" y="3110444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9" name="pt38"/>
              <p:cNvSpPr/>
              <p:nvPr/>
            </p:nvSpPr>
            <p:spPr>
              <a:xfrm>
                <a:off x="1567560" y="3758780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0" name="pt39"/>
              <p:cNvSpPr/>
              <p:nvPr/>
            </p:nvSpPr>
            <p:spPr>
              <a:xfrm>
                <a:off x="1771430" y="4259250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1" name="pt40"/>
              <p:cNvSpPr/>
              <p:nvPr/>
            </p:nvSpPr>
            <p:spPr>
              <a:xfrm>
                <a:off x="1975300" y="4600479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2" name="pt41"/>
              <p:cNvSpPr/>
              <p:nvPr/>
            </p:nvSpPr>
            <p:spPr>
              <a:xfrm>
                <a:off x="2179171" y="4759719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3" name="pt42"/>
              <p:cNvSpPr/>
              <p:nvPr/>
            </p:nvSpPr>
            <p:spPr>
              <a:xfrm>
                <a:off x="2383041" y="4850714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4" name="pt43"/>
              <p:cNvSpPr/>
              <p:nvPr/>
            </p:nvSpPr>
            <p:spPr>
              <a:xfrm>
                <a:off x="2586911" y="4918960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5" name="pt44"/>
              <p:cNvSpPr/>
              <p:nvPr/>
            </p:nvSpPr>
            <p:spPr>
              <a:xfrm>
                <a:off x="2790782" y="4953083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6" name="pt45"/>
              <p:cNvSpPr/>
              <p:nvPr/>
            </p:nvSpPr>
            <p:spPr>
              <a:xfrm>
                <a:off x="2994652" y="4964457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7" name="pt46"/>
              <p:cNvSpPr/>
              <p:nvPr/>
            </p:nvSpPr>
            <p:spPr>
              <a:xfrm>
                <a:off x="3198522" y="4998580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8" name="pt47"/>
              <p:cNvSpPr/>
              <p:nvPr/>
            </p:nvSpPr>
            <p:spPr>
              <a:xfrm>
                <a:off x="3402393" y="5009954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9" name="pt48"/>
              <p:cNvSpPr/>
              <p:nvPr/>
            </p:nvSpPr>
            <p:spPr>
              <a:xfrm>
                <a:off x="3606263" y="4987206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0" name="pt49"/>
              <p:cNvSpPr/>
              <p:nvPr/>
            </p:nvSpPr>
            <p:spPr>
              <a:xfrm>
                <a:off x="3810133" y="4975831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1" name="pt50"/>
              <p:cNvSpPr/>
              <p:nvPr/>
            </p:nvSpPr>
            <p:spPr>
              <a:xfrm>
                <a:off x="4014003" y="4964457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2" name="pt51"/>
              <p:cNvSpPr/>
              <p:nvPr/>
            </p:nvSpPr>
            <p:spPr>
              <a:xfrm>
                <a:off x="4217874" y="4987206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3" name="pt52"/>
              <p:cNvSpPr/>
              <p:nvPr/>
            </p:nvSpPr>
            <p:spPr>
              <a:xfrm>
                <a:off x="4421744" y="5009954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4" name="pt53"/>
              <p:cNvSpPr/>
              <p:nvPr/>
            </p:nvSpPr>
            <p:spPr>
              <a:xfrm>
                <a:off x="4625614" y="4998580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5" name="pt54"/>
              <p:cNvSpPr/>
              <p:nvPr/>
            </p:nvSpPr>
            <p:spPr>
              <a:xfrm>
                <a:off x="4829485" y="4941708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6" name="pt55"/>
              <p:cNvSpPr/>
              <p:nvPr/>
            </p:nvSpPr>
            <p:spPr>
              <a:xfrm>
                <a:off x="5033355" y="4862088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7" name="pt56"/>
              <p:cNvSpPr/>
              <p:nvPr/>
            </p:nvSpPr>
            <p:spPr>
              <a:xfrm>
                <a:off x="5237225" y="4759719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8" name="pt57"/>
              <p:cNvSpPr/>
              <p:nvPr/>
            </p:nvSpPr>
            <p:spPr>
              <a:xfrm>
                <a:off x="1363690" y="2791964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9" name="pt58"/>
              <p:cNvSpPr/>
              <p:nvPr/>
            </p:nvSpPr>
            <p:spPr>
              <a:xfrm>
                <a:off x="1567560" y="3679160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0" name="pt59"/>
              <p:cNvSpPr/>
              <p:nvPr/>
            </p:nvSpPr>
            <p:spPr>
              <a:xfrm>
                <a:off x="1771430" y="4247875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1" name="pt60"/>
              <p:cNvSpPr/>
              <p:nvPr/>
            </p:nvSpPr>
            <p:spPr>
              <a:xfrm>
                <a:off x="1975300" y="4589105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2" name="pt61"/>
              <p:cNvSpPr/>
              <p:nvPr/>
            </p:nvSpPr>
            <p:spPr>
              <a:xfrm>
                <a:off x="2179171" y="4725596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3" name="pt62"/>
              <p:cNvSpPr/>
              <p:nvPr/>
            </p:nvSpPr>
            <p:spPr>
              <a:xfrm>
                <a:off x="2383041" y="4782468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4" name="pt63"/>
              <p:cNvSpPr/>
              <p:nvPr/>
            </p:nvSpPr>
            <p:spPr>
              <a:xfrm>
                <a:off x="2586911" y="4839340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5" name="pt64"/>
              <p:cNvSpPr/>
              <p:nvPr/>
            </p:nvSpPr>
            <p:spPr>
              <a:xfrm>
                <a:off x="2790782" y="4850714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6" name="pt65"/>
              <p:cNvSpPr/>
              <p:nvPr/>
            </p:nvSpPr>
            <p:spPr>
              <a:xfrm>
                <a:off x="2994652" y="4862088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7" name="pt66"/>
              <p:cNvSpPr/>
              <p:nvPr/>
            </p:nvSpPr>
            <p:spPr>
              <a:xfrm>
                <a:off x="3198522" y="4907585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8" name="pt67"/>
              <p:cNvSpPr/>
              <p:nvPr/>
            </p:nvSpPr>
            <p:spPr>
              <a:xfrm>
                <a:off x="3402393" y="4907585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9" name="pt68"/>
              <p:cNvSpPr/>
              <p:nvPr/>
            </p:nvSpPr>
            <p:spPr>
              <a:xfrm>
                <a:off x="3606263" y="4896211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0" name="pt69"/>
              <p:cNvSpPr/>
              <p:nvPr/>
            </p:nvSpPr>
            <p:spPr>
              <a:xfrm>
                <a:off x="3810133" y="4862088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1" name="pt70"/>
              <p:cNvSpPr/>
              <p:nvPr/>
            </p:nvSpPr>
            <p:spPr>
              <a:xfrm>
                <a:off x="4014003" y="4827965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2" name="pt71"/>
              <p:cNvSpPr/>
              <p:nvPr/>
            </p:nvSpPr>
            <p:spPr>
              <a:xfrm>
                <a:off x="4217874" y="4827965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3" name="pt72"/>
              <p:cNvSpPr/>
              <p:nvPr/>
            </p:nvSpPr>
            <p:spPr>
              <a:xfrm>
                <a:off x="4421744" y="4839340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4" name="pt73"/>
              <p:cNvSpPr/>
              <p:nvPr/>
            </p:nvSpPr>
            <p:spPr>
              <a:xfrm>
                <a:off x="4625614" y="4805217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5" name="pt74"/>
              <p:cNvSpPr/>
              <p:nvPr/>
            </p:nvSpPr>
            <p:spPr>
              <a:xfrm>
                <a:off x="4829485" y="4702848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6" name="pt75"/>
              <p:cNvSpPr/>
              <p:nvPr/>
            </p:nvSpPr>
            <p:spPr>
              <a:xfrm>
                <a:off x="5033355" y="4475362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7" name="pt76"/>
              <p:cNvSpPr/>
              <p:nvPr/>
            </p:nvSpPr>
            <p:spPr>
              <a:xfrm>
                <a:off x="5237225" y="4225127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8" name="pg77"/>
              <p:cNvSpPr/>
              <p:nvPr/>
            </p:nvSpPr>
            <p:spPr>
              <a:xfrm>
                <a:off x="1395291" y="1995692"/>
                <a:ext cx="3873535" cy="3288476"/>
              </a:xfrm>
              <a:custGeom>
                <a:avLst/>
                <a:gdLst/>
                <a:ahLst/>
                <a:cxnLst/>
                <a:pathLst>
                  <a:path w="3873535" h="3288476">
                    <a:moveTo>
                      <a:pt x="0" y="0"/>
                    </a:moveTo>
                    <a:lnTo>
                      <a:pt x="203870" y="938539"/>
                    </a:lnTo>
                    <a:lnTo>
                      <a:pt x="407740" y="1565569"/>
                    </a:lnTo>
                    <a:lnTo>
                      <a:pt x="611610" y="2044162"/>
                    </a:lnTo>
                    <a:lnTo>
                      <a:pt x="815481" y="2227851"/>
                    </a:lnTo>
                    <a:lnTo>
                      <a:pt x="1019351" y="2448034"/>
                    </a:lnTo>
                    <a:lnTo>
                      <a:pt x="1223221" y="2529784"/>
                    </a:lnTo>
                    <a:lnTo>
                      <a:pt x="1427092" y="2598529"/>
                    </a:lnTo>
                    <a:lnTo>
                      <a:pt x="1630962" y="2637143"/>
                    </a:lnTo>
                    <a:lnTo>
                      <a:pt x="1834832" y="2690431"/>
                    </a:lnTo>
                    <a:lnTo>
                      <a:pt x="2038702" y="2709287"/>
                    </a:lnTo>
                    <a:lnTo>
                      <a:pt x="2242573" y="2642357"/>
                    </a:lnTo>
                    <a:lnTo>
                      <a:pt x="2446443" y="2589447"/>
                    </a:lnTo>
                    <a:lnTo>
                      <a:pt x="2650313" y="2556604"/>
                    </a:lnTo>
                    <a:lnTo>
                      <a:pt x="2854184" y="2570984"/>
                    </a:lnTo>
                    <a:lnTo>
                      <a:pt x="3058054" y="2621670"/>
                    </a:lnTo>
                    <a:lnTo>
                      <a:pt x="3261924" y="2589289"/>
                    </a:lnTo>
                    <a:lnTo>
                      <a:pt x="3465795" y="2617866"/>
                    </a:lnTo>
                    <a:lnTo>
                      <a:pt x="3669665" y="2397283"/>
                    </a:lnTo>
                    <a:lnTo>
                      <a:pt x="3873535" y="2085427"/>
                    </a:lnTo>
                    <a:lnTo>
                      <a:pt x="3873535" y="3206118"/>
                    </a:lnTo>
                    <a:lnTo>
                      <a:pt x="3669665" y="3191547"/>
                    </a:lnTo>
                    <a:lnTo>
                      <a:pt x="3465795" y="3198425"/>
                    </a:lnTo>
                    <a:lnTo>
                      <a:pt x="3261924" y="3268938"/>
                    </a:lnTo>
                    <a:lnTo>
                      <a:pt x="3058054" y="3288476"/>
                    </a:lnTo>
                    <a:lnTo>
                      <a:pt x="2854184" y="3278839"/>
                    </a:lnTo>
                    <a:lnTo>
                      <a:pt x="2650313" y="3263012"/>
                    </a:lnTo>
                    <a:lnTo>
                      <a:pt x="2446443" y="3254811"/>
                    </a:lnTo>
                    <a:lnTo>
                      <a:pt x="2242573" y="3267421"/>
                    </a:lnTo>
                    <a:lnTo>
                      <a:pt x="2038702" y="3282393"/>
                    </a:lnTo>
                    <a:lnTo>
                      <a:pt x="1834832" y="3271750"/>
                    </a:lnTo>
                    <a:lnTo>
                      <a:pt x="1630962" y="3266577"/>
                    </a:lnTo>
                    <a:lnTo>
                      <a:pt x="1427092" y="3237865"/>
                    </a:lnTo>
                    <a:lnTo>
                      <a:pt x="1223221" y="3231274"/>
                    </a:lnTo>
                    <a:lnTo>
                      <a:pt x="1019351" y="3176523"/>
                    </a:lnTo>
                    <a:lnTo>
                      <a:pt x="815481" y="3139212"/>
                    </a:lnTo>
                    <a:lnTo>
                      <a:pt x="611610" y="3054645"/>
                    </a:lnTo>
                    <a:lnTo>
                      <a:pt x="407740" y="2812992"/>
                    </a:lnTo>
                    <a:lnTo>
                      <a:pt x="203870" y="2393892"/>
                    </a:lnTo>
                    <a:lnTo>
                      <a:pt x="0" y="1900945"/>
                    </a:lnTo>
                    <a:close/>
                  </a:path>
                </a:pathLst>
              </a:custGeom>
              <a:solidFill>
                <a:srgbClr val="333333">
                  <a:alpha val="10196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79" name="pl78"/>
              <p:cNvSpPr/>
              <p:nvPr/>
            </p:nvSpPr>
            <p:spPr>
              <a:xfrm>
                <a:off x="1395291" y="1995692"/>
                <a:ext cx="3873535" cy="2709287"/>
              </a:xfrm>
              <a:custGeom>
                <a:avLst/>
                <a:gdLst/>
                <a:ahLst/>
                <a:cxnLst/>
                <a:pathLst>
                  <a:path w="3873535" h="2709287">
                    <a:moveTo>
                      <a:pt x="0" y="0"/>
                    </a:moveTo>
                    <a:lnTo>
                      <a:pt x="203870" y="938539"/>
                    </a:lnTo>
                    <a:lnTo>
                      <a:pt x="407740" y="1565569"/>
                    </a:lnTo>
                    <a:lnTo>
                      <a:pt x="611610" y="2044162"/>
                    </a:lnTo>
                    <a:lnTo>
                      <a:pt x="815481" y="2227851"/>
                    </a:lnTo>
                    <a:lnTo>
                      <a:pt x="1019351" y="2448034"/>
                    </a:lnTo>
                    <a:lnTo>
                      <a:pt x="1223221" y="2529784"/>
                    </a:lnTo>
                    <a:lnTo>
                      <a:pt x="1427092" y="2598529"/>
                    </a:lnTo>
                    <a:lnTo>
                      <a:pt x="1630962" y="2637143"/>
                    </a:lnTo>
                    <a:lnTo>
                      <a:pt x="1834832" y="2690431"/>
                    </a:lnTo>
                    <a:lnTo>
                      <a:pt x="2038702" y="2709287"/>
                    </a:lnTo>
                    <a:lnTo>
                      <a:pt x="2242573" y="2642357"/>
                    </a:lnTo>
                    <a:lnTo>
                      <a:pt x="2446443" y="2589447"/>
                    </a:lnTo>
                    <a:lnTo>
                      <a:pt x="2650313" y="2556604"/>
                    </a:lnTo>
                    <a:lnTo>
                      <a:pt x="2854184" y="2570984"/>
                    </a:lnTo>
                    <a:lnTo>
                      <a:pt x="3058054" y="2621670"/>
                    </a:lnTo>
                    <a:lnTo>
                      <a:pt x="3261924" y="2589289"/>
                    </a:lnTo>
                    <a:lnTo>
                      <a:pt x="3465795" y="2617866"/>
                    </a:lnTo>
                    <a:lnTo>
                      <a:pt x="3669665" y="2397283"/>
                    </a:lnTo>
                    <a:lnTo>
                      <a:pt x="3873535" y="2085427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80" name="pl79"/>
              <p:cNvSpPr/>
              <p:nvPr/>
            </p:nvSpPr>
            <p:spPr>
              <a:xfrm>
                <a:off x="1395291" y="3896638"/>
                <a:ext cx="3873535" cy="1387531"/>
              </a:xfrm>
              <a:custGeom>
                <a:avLst/>
                <a:gdLst/>
                <a:ahLst/>
                <a:cxnLst/>
                <a:pathLst>
                  <a:path w="3873535" h="1387531">
                    <a:moveTo>
                      <a:pt x="3873535" y="1305173"/>
                    </a:moveTo>
                    <a:lnTo>
                      <a:pt x="3669665" y="1290602"/>
                    </a:lnTo>
                    <a:lnTo>
                      <a:pt x="3465795" y="1297480"/>
                    </a:lnTo>
                    <a:lnTo>
                      <a:pt x="3261924" y="1367993"/>
                    </a:lnTo>
                    <a:lnTo>
                      <a:pt x="3058054" y="1387531"/>
                    </a:lnTo>
                    <a:lnTo>
                      <a:pt x="2854184" y="1377894"/>
                    </a:lnTo>
                    <a:lnTo>
                      <a:pt x="2650313" y="1362067"/>
                    </a:lnTo>
                    <a:lnTo>
                      <a:pt x="2446443" y="1353866"/>
                    </a:lnTo>
                    <a:lnTo>
                      <a:pt x="2242573" y="1366476"/>
                    </a:lnTo>
                    <a:lnTo>
                      <a:pt x="2038702" y="1381448"/>
                    </a:lnTo>
                    <a:lnTo>
                      <a:pt x="1834832" y="1370805"/>
                    </a:lnTo>
                    <a:lnTo>
                      <a:pt x="1630962" y="1365631"/>
                    </a:lnTo>
                    <a:lnTo>
                      <a:pt x="1427092" y="1336920"/>
                    </a:lnTo>
                    <a:lnTo>
                      <a:pt x="1223221" y="1330329"/>
                    </a:lnTo>
                    <a:lnTo>
                      <a:pt x="1019351" y="1275578"/>
                    </a:lnTo>
                    <a:lnTo>
                      <a:pt x="815481" y="1238267"/>
                    </a:lnTo>
                    <a:lnTo>
                      <a:pt x="611610" y="1153700"/>
                    </a:lnTo>
                    <a:lnTo>
                      <a:pt x="407740" y="912047"/>
                    </a:lnTo>
                    <a:lnTo>
                      <a:pt x="203870" y="492947"/>
                    </a:lnTo>
                    <a:lnTo>
                      <a:pt x="0" y="0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81" name="pg80"/>
              <p:cNvSpPr/>
              <p:nvPr/>
            </p:nvSpPr>
            <p:spPr>
              <a:xfrm>
                <a:off x="1395291" y="1700685"/>
                <a:ext cx="3873535" cy="3500926"/>
              </a:xfrm>
              <a:custGeom>
                <a:avLst/>
                <a:gdLst/>
                <a:ahLst/>
                <a:cxnLst/>
                <a:pathLst>
                  <a:path w="3873535" h="3500926">
                    <a:moveTo>
                      <a:pt x="0" y="0"/>
                    </a:moveTo>
                    <a:lnTo>
                      <a:pt x="203870" y="1146085"/>
                    </a:lnTo>
                    <a:lnTo>
                      <a:pt x="407740" y="1879079"/>
                    </a:lnTo>
                    <a:lnTo>
                      <a:pt x="611610" y="2325522"/>
                    </a:lnTo>
                    <a:lnTo>
                      <a:pt x="815481" y="2504455"/>
                    </a:lnTo>
                    <a:lnTo>
                      <a:pt x="1019351" y="2684211"/>
                    </a:lnTo>
                    <a:lnTo>
                      <a:pt x="1223221" y="2725619"/>
                    </a:lnTo>
                    <a:lnTo>
                      <a:pt x="1427092" y="2771705"/>
                    </a:lnTo>
                    <a:lnTo>
                      <a:pt x="1630962" y="2791637"/>
                    </a:lnTo>
                    <a:lnTo>
                      <a:pt x="1834832" y="2877956"/>
                    </a:lnTo>
                    <a:lnTo>
                      <a:pt x="2038702" y="2891818"/>
                    </a:lnTo>
                    <a:lnTo>
                      <a:pt x="2242573" y="2800253"/>
                    </a:lnTo>
                    <a:lnTo>
                      <a:pt x="2446443" y="2693902"/>
                    </a:lnTo>
                    <a:lnTo>
                      <a:pt x="2650313" y="2669686"/>
                    </a:lnTo>
                    <a:lnTo>
                      <a:pt x="2854184" y="2638096"/>
                    </a:lnTo>
                    <a:lnTo>
                      <a:pt x="3058054" y="2679192"/>
                    </a:lnTo>
                    <a:lnTo>
                      <a:pt x="3261924" y="2635040"/>
                    </a:lnTo>
                    <a:lnTo>
                      <a:pt x="3465795" y="2575349"/>
                    </a:lnTo>
                    <a:lnTo>
                      <a:pt x="3669665" y="2162757"/>
                    </a:lnTo>
                    <a:lnTo>
                      <a:pt x="3873535" y="1612416"/>
                    </a:lnTo>
                    <a:lnTo>
                      <a:pt x="3873535" y="3177613"/>
                    </a:lnTo>
                    <a:lnTo>
                      <a:pt x="3669665" y="3238279"/>
                    </a:lnTo>
                    <a:lnTo>
                      <a:pt x="3465795" y="3322291"/>
                    </a:lnTo>
                    <a:lnTo>
                      <a:pt x="3261924" y="3425536"/>
                    </a:lnTo>
                    <a:lnTo>
                      <a:pt x="3058054" y="3466620"/>
                    </a:lnTo>
                    <a:lnTo>
                      <a:pt x="2854184" y="3472260"/>
                    </a:lnTo>
                    <a:lnTo>
                      <a:pt x="2650313" y="3466791"/>
                    </a:lnTo>
                    <a:lnTo>
                      <a:pt x="2446443" y="3474263"/>
                    </a:lnTo>
                    <a:lnTo>
                      <a:pt x="2242573" y="3488139"/>
                    </a:lnTo>
                    <a:lnTo>
                      <a:pt x="2038702" y="3500926"/>
                    </a:lnTo>
                    <a:lnTo>
                      <a:pt x="1834832" y="3498765"/>
                    </a:lnTo>
                    <a:lnTo>
                      <a:pt x="1630962" y="3483030"/>
                    </a:lnTo>
                    <a:lnTo>
                      <a:pt x="1427092" y="3463160"/>
                    </a:lnTo>
                    <a:lnTo>
                      <a:pt x="1223221" y="3450702"/>
                    </a:lnTo>
                    <a:lnTo>
                      <a:pt x="1019351" y="3420157"/>
                    </a:lnTo>
                    <a:lnTo>
                      <a:pt x="815481" y="3427040"/>
                    </a:lnTo>
                    <a:lnTo>
                      <a:pt x="611610" y="3326083"/>
                    </a:lnTo>
                    <a:lnTo>
                      <a:pt x="407740" y="3097982"/>
                    </a:lnTo>
                    <a:lnTo>
                      <a:pt x="203870" y="2632686"/>
                    </a:lnTo>
                    <a:lnTo>
                      <a:pt x="0" y="1918223"/>
                    </a:lnTo>
                    <a:close/>
                  </a:path>
                </a:pathLst>
              </a:custGeom>
              <a:solidFill>
                <a:srgbClr val="333333">
                  <a:alpha val="10196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82" name="pl81"/>
              <p:cNvSpPr/>
              <p:nvPr/>
            </p:nvSpPr>
            <p:spPr>
              <a:xfrm>
                <a:off x="1395291" y="1700685"/>
                <a:ext cx="3873535" cy="2891818"/>
              </a:xfrm>
              <a:custGeom>
                <a:avLst/>
                <a:gdLst/>
                <a:ahLst/>
                <a:cxnLst/>
                <a:pathLst>
                  <a:path w="3873535" h="2891818">
                    <a:moveTo>
                      <a:pt x="0" y="0"/>
                    </a:moveTo>
                    <a:lnTo>
                      <a:pt x="203870" y="1146085"/>
                    </a:lnTo>
                    <a:lnTo>
                      <a:pt x="407740" y="1879079"/>
                    </a:lnTo>
                    <a:lnTo>
                      <a:pt x="611610" y="2325522"/>
                    </a:lnTo>
                    <a:lnTo>
                      <a:pt x="815481" y="2504455"/>
                    </a:lnTo>
                    <a:lnTo>
                      <a:pt x="1019351" y="2684211"/>
                    </a:lnTo>
                    <a:lnTo>
                      <a:pt x="1223221" y="2725619"/>
                    </a:lnTo>
                    <a:lnTo>
                      <a:pt x="1427092" y="2771705"/>
                    </a:lnTo>
                    <a:lnTo>
                      <a:pt x="1630962" y="2791637"/>
                    </a:lnTo>
                    <a:lnTo>
                      <a:pt x="1834832" y="2877956"/>
                    </a:lnTo>
                    <a:lnTo>
                      <a:pt x="2038702" y="2891818"/>
                    </a:lnTo>
                    <a:lnTo>
                      <a:pt x="2242573" y="2800253"/>
                    </a:lnTo>
                    <a:lnTo>
                      <a:pt x="2446443" y="2693902"/>
                    </a:lnTo>
                    <a:lnTo>
                      <a:pt x="2650313" y="2669686"/>
                    </a:lnTo>
                    <a:lnTo>
                      <a:pt x="2854184" y="2638096"/>
                    </a:lnTo>
                    <a:lnTo>
                      <a:pt x="3058054" y="2679192"/>
                    </a:lnTo>
                    <a:lnTo>
                      <a:pt x="3261924" y="2635040"/>
                    </a:lnTo>
                    <a:lnTo>
                      <a:pt x="3465795" y="2575349"/>
                    </a:lnTo>
                    <a:lnTo>
                      <a:pt x="3669665" y="2162757"/>
                    </a:lnTo>
                    <a:lnTo>
                      <a:pt x="3873535" y="1612416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83" name="pl82"/>
              <p:cNvSpPr/>
              <p:nvPr/>
            </p:nvSpPr>
            <p:spPr>
              <a:xfrm>
                <a:off x="1395291" y="3618909"/>
                <a:ext cx="3873535" cy="1582703"/>
              </a:xfrm>
              <a:custGeom>
                <a:avLst/>
                <a:gdLst/>
                <a:ahLst/>
                <a:cxnLst/>
                <a:pathLst>
                  <a:path w="3873535" h="1582703">
                    <a:moveTo>
                      <a:pt x="3873535" y="1259389"/>
                    </a:moveTo>
                    <a:lnTo>
                      <a:pt x="3669665" y="1320056"/>
                    </a:lnTo>
                    <a:lnTo>
                      <a:pt x="3465795" y="1404068"/>
                    </a:lnTo>
                    <a:lnTo>
                      <a:pt x="3261924" y="1507313"/>
                    </a:lnTo>
                    <a:lnTo>
                      <a:pt x="3058054" y="1548396"/>
                    </a:lnTo>
                    <a:lnTo>
                      <a:pt x="2854184" y="1554037"/>
                    </a:lnTo>
                    <a:lnTo>
                      <a:pt x="2650313" y="1548567"/>
                    </a:lnTo>
                    <a:lnTo>
                      <a:pt x="2446443" y="1556040"/>
                    </a:lnTo>
                    <a:lnTo>
                      <a:pt x="2242573" y="1569916"/>
                    </a:lnTo>
                    <a:lnTo>
                      <a:pt x="2038702" y="1582703"/>
                    </a:lnTo>
                    <a:lnTo>
                      <a:pt x="1834832" y="1580542"/>
                    </a:lnTo>
                    <a:lnTo>
                      <a:pt x="1630962" y="1564806"/>
                    </a:lnTo>
                    <a:lnTo>
                      <a:pt x="1427092" y="1544936"/>
                    </a:lnTo>
                    <a:lnTo>
                      <a:pt x="1223221" y="1532479"/>
                    </a:lnTo>
                    <a:lnTo>
                      <a:pt x="1019351" y="1501934"/>
                    </a:lnTo>
                    <a:lnTo>
                      <a:pt x="815481" y="1508816"/>
                    </a:lnTo>
                    <a:lnTo>
                      <a:pt x="611610" y="1407860"/>
                    </a:lnTo>
                    <a:lnTo>
                      <a:pt x="407740" y="1179759"/>
                    </a:lnTo>
                    <a:lnTo>
                      <a:pt x="203870" y="714463"/>
                    </a:lnTo>
                    <a:lnTo>
                      <a:pt x="0" y="0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84" name="tx83"/>
              <p:cNvSpPr/>
              <p:nvPr/>
            </p:nvSpPr>
            <p:spPr>
              <a:xfrm>
                <a:off x="1148183" y="5500333"/>
                <a:ext cx="62155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0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5" name="tx84"/>
              <p:cNvSpPr/>
              <p:nvPr/>
            </p:nvSpPr>
            <p:spPr>
              <a:xfrm>
                <a:off x="1148183" y="4364267"/>
                <a:ext cx="62155" cy="80327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1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6" name="tx85"/>
              <p:cNvSpPr/>
              <p:nvPr/>
            </p:nvSpPr>
            <p:spPr>
              <a:xfrm>
                <a:off x="1148183" y="3226836"/>
                <a:ext cx="62155" cy="80327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2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7" name="tx86"/>
              <p:cNvSpPr/>
              <p:nvPr/>
            </p:nvSpPr>
            <p:spPr>
              <a:xfrm>
                <a:off x="1148183" y="2087986"/>
                <a:ext cx="62155" cy="8174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3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8" name="tx87"/>
              <p:cNvSpPr/>
              <p:nvPr/>
            </p:nvSpPr>
            <p:spPr>
              <a:xfrm>
                <a:off x="1148183" y="952301"/>
                <a:ext cx="62155" cy="80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9" name="pl88"/>
              <p:cNvSpPr/>
              <p:nvPr/>
            </p:nvSpPr>
            <p:spPr>
              <a:xfrm>
                <a:off x="1238174" y="5542025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0" name="pl89"/>
              <p:cNvSpPr/>
              <p:nvPr/>
            </p:nvSpPr>
            <p:spPr>
              <a:xfrm>
                <a:off x="1238174" y="4404594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1" name="pl90"/>
              <p:cNvSpPr/>
              <p:nvPr/>
            </p:nvSpPr>
            <p:spPr>
              <a:xfrm>
                <a:off x="1238174" y="3267163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2" name="pl91"/>
              <p:cNvSpPr/>
              <p:nvPr/>
            </p:nvSpPr>
            <p:spPr>
              <a:xfrm>
                <a:off x="1238174" y="2129732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3" name="pl92"/>
              <p:cNvSpPr/>
              <p:nvPr/>
            </p:nvSpPr>
            <p:spPr>
              <a:xfrm>
                <a:off x="1238174" y="992301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4" name="pl93"/>
              <p:cNvSpPr/>
              <p:nvPr/>
            </p:nvSpPr>
            <p:spPr>
              <a:xfrm>
                <a:off x="1395291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5" name="pl94"/>
              <p:cNvSpPr/>
              <p:nvPr/>
            </p:nvSpPr>
            <p:spPr>
              <a:xfrm>
                <a:off x="1599161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6" name="pl95"/>
              <p:cNvSpPr/>
              <p:nvPr/>
            </p:nvSpPr>
            <p:spPr>
              <a:xfrm>
                <a:off x="1803031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7" name="pl96"/>
              <p:cNvSpPr/>
              <p:nvPr/>
            </p:nvSpPr>
            <p:spPr>
              <a:xfrm>
                <a:off x="2006902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8" name="pl97"/>
              <p:cNvSpPr/>
              <p:nvPr/>
            </p:nvSpPr>
            <p:spPr>
              <a:xfrm>
                <a:off x="2210772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9" name="pl98"/>
              <p:cNvSpPr/>
              <p:nvPr/>
            </p:nvSpPr>
            <p:spPr>
              <a:xfrm>
                <a:off x="2414642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0" name="pl99"/>
              <p:cNvSpPr/>
              <p:nvPr/>
            </p:nvSpPr>
            <p:spPr>
              <a:xfrm>
                <a:off x="261851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1" name="pl100"/>
              <p:cNvSpPr/>
              <p:nvPr/>
            </p:nvSpPr>
            <p:spPr>
              <a:xfrm>
                <a:off x="282238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2" name="pl101"/>
              <p:cNvSpPr/>
              <p:nvPr/>
            </p:nvSpPr>
            <p:spPr>
              <a:xfrm>
                <a:off x="302625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3" name="pl102"/>
              <p:cNvSpPr/>
              <p:nvPr/>
            </p:nvSpPr>
            <p:spPr>
              <a:xfrm>
                <a:off x="323012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4" name="pl103"/>
              <p:cNvSpPr/>
              <p:nvPr/>
            </p:nvSpPr>
            <p:spPr>
              <a:xfrm>
                <a:off x="3433994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5" name="pl104"/>
              <p:cNvSpPr/>
              <p:nvPr/>
            </p:nvSpPr>
            <p:spPr>
              <a:xfrm>
                <a:off x="3637864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6" name="pl105"/>
              <p:cNvSpPr/>
              <p:nvPr/>
            </p:nvSpPr>
            <p:spPr>
              <a:xfrm>
                <a:off x="3841734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7" name="pl106"/>
              <p:cNvSpPr/>
              <p:nvPr/>
            </p:nvSpPr>
            <p:spPr>
              <a:xfrm>
                <a:off x="4045605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8" name="pl107"/>
              <p:cNvSpPr/>
              <p:nvPr/>
            </p:nvSpPr>
            <p:spPr>
              <a:xfrm>
                <a:off x="4249475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9" name="pl108"/>
              <p:cNvSpPr/>
              <p:nvPr/>
            </p:nvSpPr>
            <p:spPr>
              <a:xfrm>
                <a:off x="4453345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0" name="pl109"/>
              <p:cNvSpPr/>
              <p:nvPr/>
            </p:nvSpPr>
            <p:spPr>
              <a:xfrm>
                <a:off x="4657216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1" name="pl110"/>
              <p:cNvSpPr/>
              <p:nvPr/>
            </p:nvSpPr>
            <p:spPr>
              <a:xfrm>
                <a:off x="4861086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2" name="pl111"/>
              <p:cNvSpPr/>
              <p:nvPr/>
            </p:nvSpPr>
            <p:spPr>
              <a:xfrm>
                <a:off x="5064956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3" name="pl112"/>
              <p:cNvSpPr/>
              <p:nvPr/>
            </p:nvSpPr>
            <p:spPr>
              <a:xfrm>
                <a:off x="5268826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4" name="tx113"/>
              <p:cNvSpPr/>
              <p:nvPr/>
            </p:nvSpPr>
            <p:spPr>
              <a:xfrm>
                <a:off x="1331580" y="6063223"/>
                <a:ext cx="127421" cy="80272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&lt;5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5" name="tx114"/>
              <p:cNvSpPr/>
              <p:nvPr/>
            </p:nvSpPr>
            <p:spPr>
              <a:xfrm>
                <a:off x="1518397" y="6061805"/>
                <a:ext cx="161528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5-9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6" name="tx115"/>
              <p:cNvSpPr/>
              <p:nvPr/>
            </p:nvSpPr>
            <p:spPr>
              <a:xfrm>
                <a:off x="1660112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10-14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7" name="tx116"/>
              <p:cNvSpPr/>
              <p:nvPr/>
            </p:nvSpPr>
            <p:spPr>
              <a:xfrm>
                <a:off x="1863982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15-19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8" name="tx117"/>
              <p:cNvSpPr/>
              <p:nvPr/>
            </p:nvSpPr>
            <p:spPr>
              <a:xfrm>
                <a:off x="2067852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20-24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9" name="tx118"/>
              <p:cNvSpPr/>
              <p:nvPr/>
            </p:nvSpPr>
            <p:spPr>
              <a:xfrm>
                <a:off x="2271723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25-29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0" name="tx119"/>
              <p:cNvSpPr/>
              <p:nvPr/>
            </p:nvSpPr>
            <p:spPr>
              <a:xfrm>
                <a:off x="2475593" y="6061750"/>
                <a:ext cx="285839" cy="8174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30-34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1" name="tx120"/>
              <p:cNvSpPr/>
              <p:nvPr/>
            </p:nvSpPr>
            <p:spPr>
              <a:xfrm>
                <a:off x="2679463" y="6061750"/>
                <a:ext cx="285839" cy="8174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35-39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2" name="tx121"/>
              <p:cNvSpPr/>
              <p:nvPr/>
            </p:nvSpPr>
            <p:spPr>
              <a:xfrm>
                <a:off x="2883334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40-44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3" name="tx122"/>
              <p:cNvSpPr/>
              <p:nvPr/>
            </p:nvSpPr>
            <p:spPr>
              <a:xfrm>
                <a:off x="3087204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45-49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4" name="tx123"/>
              <p:cNvSpPr/>
              <p:nvPr/>
            </p:nvSpPr>
            <p:spPr>
              <a:xfrm>
                <a:off x="3291074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50-54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5" name="tx124"/>
              <p:cNvSpPr/>
              <p:nvPr/>
            </p:nvSpPr>
            <p:spPr>
              <a:xfrm>
                <a:off x="3494944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55-59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6" name="tx125"/>
              <p:cNvSpPr/>
              <p:nvPr/>
            </p:nvSpPr>
            <p:spPr>
              <a:xfrm>
                <a:off x="3698815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60-64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7" name="tx126"/>
              <p:cNvSpPr/>
              <p:nvPr/>
            </p:nvSpPr>
            <p:spPr>
              <a:xfrm>
                <a:off x="3902685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65-69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8" name="tx127"/>
              <p:cNvSpPr/>
              <p:nvPr/>
            </p:nvSpPr>
            <p:spPr>
              <a:xfrm>
                <a:off x="4106555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70-74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9" name="tx128"/>
              <p:cNvSpPr/>
              <p:nvPr/>
            </p:nvSpPr>
            <p:spPr>
              <a:xfrm>
                <a:off x="4310426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75-79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0" name="tx129"/>
              <p:cNvSpPr/>
              <p:nvPr/>
            </p:nvSpPr>
            <p:spPr>
              <a:xfrm>
                <a:off x="4514296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80-84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1" name="tx130"/>
              <p:cNvSpPr/>
              <p:nvPr/>
            </p:nvSpPr>
            <p:spPr>
              <a:xfrm>
                <a:off x="4718166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85-89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2" name="tx131"/>
              <p:cNvSpPr/>
              <p:nvPr/>
            </p:nvSpPr>
            <p:spPr>
              <a:xfrm>
                <a:off x="4922036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90-94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3" name="tx132"/>
              <p:cNvSpPr/>
              <p:nvPr/>
            </p:nvSpPr>
            <p:spPr>
              <a:xfrm>
                <a:off x="5174038" y="6061805"/>
                <a:ext cx="189577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95+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4" name="tx133"/>
              <p:cNvSpPr/>
              <p:nvPr/>
            </p:nvSpPr>
            <p:spPr>
              <a:xfrm>
                <a:off x="3207775" y="6172411"/>
                <a:ext cx="248567" cy="12939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Age</a:t>
                </a:r>
                <a:endPara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5" name="tx134"/>
              <p:cNvSpPr/>
              <p:nvPr/>
            </p:nvSpPr>
            <p:spPr>
              <a:xfrm rot="-5400000">
                <a:off x="329520" y="3440756"/>
                <a:ext cx="1405594" cy="103342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The Rate of Incidence </a:t>
                </a:r>
                <a:endPara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6" name="rc135"/>
              <p:cNvSpPr/>
              <p:nvPr/>
            </p:nvSpPr>
            <p:spPr>
              <a:xfrm>
                <a:off x="5530327" y="3103888"/>
                <a:ext cx="800883" cy="777078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137" name="tx136"/>
              <p:cNvSpPr/>
              <p:nvPr/>
            </p:nvSpPr>
            <p:spPr>
              <a:xfrm>
                <a:off x="5599916" y="3184766"/>
                <a:ext cx="240723" cy="1034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Sex</a:t>
                </a:r>
                <a:endPara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8" name="rc137"/>
              <p:cNvSpPr/>
              <p:nvPr/>
            </p:nvSpPr>
            <p:spPr>
              <a:xfrm>
                <a:off x="5599916" y="3372466"/>
                <a:ext cx="219455" cy="219455"/>
              </a:xfrm>
              <a:prstGeom prst="rect">
                <a:avLst/>
              </a:prstGeom>
              <a:solidFill>
                <a:srgbClr val="EBEBEB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139" name="pl138"/>
              <p:cNvSpPr/>
              <p:nvPr/>
            </p:nvSpPr>
            <p:spPr>
              <a:xfrm>
                <a:off x="5621861" y="3482194"/>
                <a:ext cx="175564" cy="0"/>
              </a:xfrm>
              <a:custGeom>
                <a:avLst/>
                <a:gdLst/>
                <a:ahLst/>
                <a:cxnLst/>
                <a:pathLst>
                  <a:path w="175564">
                    <a:moveTo>
                      <a:pt x="0" y="0"/>
                    </a:moveTo>
                    <a:lnTo>
                      <a:pt x="175564" y="0"/>
                    </a:lnTo>
                  </a:path>
                </a:pathLst>
              </a:custGeom>
              <a:ln w="32521" cap="flat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40" name="pt139"/>
              <p:cNvSpPr/>
              <p:nvPr/>
            </p:nvSpPr>
            <p:spPr>
              <a:xfrm>
                <a:off x="5678042" y="3450593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41" name="rc140"/>
              <p:cNvSpPr/>
              <p:nvPr/>
            </p:nvSpPr>
            <p:spPr>
              <a:xfrm>
                <a:off x="5599916" y="3591922"/>
                <a:ext cx="219455" cy="219455"/>
              </a:xfrm>
              <a:prstGeom prst="rect">
                <a:avLst/>
              </a:prstGeom>
              <a:solidFill>
                <a:srgbClr val="EBEBEB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142" name="pl141"/>
              <p:cNvSpPr/>
              <p:nvPr/>
            </p:nvSpPr>
            <p:spPr>
              <a:xfrm>
                <a:off x="5621861" y="3701650"/>
                <a:ext cx="175564" cy="0"/>
              </a:xfrm>
              <a:custGeom>
                <a:avLst/>
                <a:gdLst/>
                <a:ahLst/>
                <a:cxnLst/>
                <a:pathLst>
                  <a:path w="175564">
                    <a:moveTo>
                      <a:pt x="0" y="0"/>
                    </a:moveTo>
                    <a:lnTo>
                      <a:pt x="175564" y="0"/>
                    </a:lnTo>
                  </a:path>
                </a:pathLst>
              </a:custGeom>
              <a:ln w="32521" cap="flat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43" name="pt142"/>
              <p:cNvSpPr/>
              <p:nvPr/>
            </p:nvSpPr>
            <p:spPr>
              <a:xfrm>
                <a:off x="5678042" y="3670049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44" name="tx143"/>
              <p:cNvSpPr/>
              <p:nvPr/>
            </p:nvSpPr>
            <p:spPr>
              <a:xfrm>
                <a:off x="5888961" y="3440884"/>
                <a:ext cx="372660" cy="8130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Female</a:t>
                </a:r>
                <a:endPara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45" name="tx144"/>
              <p:cNvSpPr/>
              <p:nvPr/>
            </p:nvSpPr>
            <p:spPr>
              <a:xfrm>
                <a:off x="5888961" y="3660340"/>
                <a:ext cx="242237" cy="8130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Male</a:t>
                </a:r>
                <a:endPara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47" name="文本框 146"/>
            <p:cNvSpPr txBox="1"/>
            <p:nvPr/>
          </p:nvSpPr>
          <p:spPr>
            <a:xfrm>
              <a:off x="5451" y="9230"/>
              <a:ext cx="173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High </a:t>
              </a:r>
              <a:r>
                <a:rPr lang="en-US" altLang="zh-CN"/>
                <a:t>SDI</a:t>
              </a:r>
              <a:endParaRPr lang="en-US" altLang="zh-CN"/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</Words>
  <Application>WPS 演示</Application>
  <PresentationFormat>Présentation à l'écran (4:3)</PresentationFormat>
  <Paragraphs>62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Waiting</cp:lastModifiedBy>
  <cp:revision>4</cp:revision>
  <dcterms:created xsi:type="dcterms:W3CDTF">2017-02-13T16:18:00Z</dcterms:created>
  <dcterms:modified xsi:type="dcterms:W3CDTF">2025-06-12T16:35:14Z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0E67655A5E814489BB895D11B0A55D8D_12</vt:lpwstr>
  </property>
  <property fmtid="{D5CDD505-2E9C-101B-9397-08002B2CF9AE}" pid="3" name="KSOProductBuildVer">
    <vt:lpwstr>2052-12.1.0.21171</vt:lpwstr>
  </property>
</Properties>
</file>