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7483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47027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16572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86116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55661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5205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12255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81799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51344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20889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904337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678910" y="5740088"/>
              <a:ext cx="83453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748455" y="5491728"/>
              <a:ext cx="76499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748455" y="5243367"/>
              <a:ext cx="76499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887544" y="4995007"/>
              <a:ext cx="62590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957088" y="4746647"/>
              <a:ext cx="55635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026633" y="4498286"/>
              <a:ext cx="4868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957088" y="4249926"/>
              <a:ext cx="55635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026633" y="4001566"/>
              <a:ext cx="4868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096178" y="3753206"/>
              <a:ext cx="41726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957088" y="3504845"/>
              <a:ext cx="55635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817999" y="3256485"/>
              <a:ext cx="69544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2539821" y="3008125"/>
              <a:ext cx="97362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2400732" y="2759764"/>
              <a:ext cx="111271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2053009" y="2511404"/>
              <a:ext cx="146043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2331187" y="2263044"/>
              <a:ext cx="118225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2609366" y="2014684"/>
              <a:ext cx="90407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2817999" y="1766323"/>
              <a:ext cx="69544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026633" y="1517963"/>
              <a:ext cx="4868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304811" y="1269603"/>
              <a:ext cx="20863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443900" y="1021243"/>
              <a:ext cx="6954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513445" y="5740088"/>
              <a:ext cx="104316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513445" y="5491728"/>
              <a:ext cx="97362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513445" y="5243367"/>
              <a:ext cx="8345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513445" y="4995007"/>
              <a:ext cx="69544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513445" y="4746647"/>
              <a:ext cx="62590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513445" y="4498286"/>
              <a:ext cx="62590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513445" y="4249926"/>
              <a:ext cx="69544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513445" y="4001566"/>
              <a:ext cx="55635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513445" y="3753206"/>
              <a:ext cx="48681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513445" y="3504845"/>
              <a:ext cx="55635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513445" y="3256485"/>
              <a:ext cx="69544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513445" y="3008125"/>
              <a:ext cx="97362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513445" y="2759764"/>
              <a:ext cx="111271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513445" y="2511404"/>
              <a:ext cx="132134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513445" y="2263044"/>
              <a:ext cx="111271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513445" y="2014684"/>
              <a:ext cx="76499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513445" y="1766323"/>
              <a:ext cx="55635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3513445" y="1517963"/>
              <a:ext cx="41726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3513445" y="1269603"/>
              <a:ext cx="13908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3513445" y="1021243"/>
              <a:ext cx="6954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tx77"/>
            <p:cNvSpPr/>
            <p:nvPr/>
          </p:nvSpPr>
          <p:spPr>
            <a:xfrm>
              <a:off x="2507366" y="5801259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576910" y="5552899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576910" y="5304538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801772" y="5054466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871316" y="4806106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940861" y="4561169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871316" y="4309386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940861" y="4064448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3010405" y="3812665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71316" y="3564305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646455" y="3315945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368277" y="3069296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229188" y="281922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1881465" y="257257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2159643" y="232421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2437821" y="2074075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2646455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2940861" y="1580846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219039" y="1328994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358128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4618993" y="5799547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4549449" y="5552899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4410360" y="5304538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4271271" y="505446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4170536" y="4806106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4170536" y="4557746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4271271" y="430938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4100992" y="4061025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4031447" y="3816088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4100992" y="3564305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4271271" y="3315945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4549449" y="3069296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4688538" y="281922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4897172" y="257086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4688538" y="232250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4340815" y="207585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4100992" y="1825783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3961902" y="1577423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3683724" y="133077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3614179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tx134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6" name="tx135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7" name="tx136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8" name="pl137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2122554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281799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51344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4208891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4904337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2"/>
            <p:cNvSpPr/>
            <p:nvPr/>
          </p:nvSpPr>
          <p:spPr>
            <a:xfrm>
              <a:off x="2060398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>
              <a:off x="2755844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tx164"/>
            <p:cNvSpPr/>
            <p:nvPr/>
          </p:nvSpPr>
          <p:spPr>
            <a:xfrm>
              <a:off x="3482367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6" name="tx165"/>
            <p:cNvSpPr/>
            <p:nvPr/>
          </p:nvSpPr>
          <p:spPr>
            <a:xfrm>
              <a:off x="4146735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tx166"/>
            <p:cNvSpPr/>
            <p:nvPr/>
          </p:nvSpPr>
          <p:spPr>
            <a:xfrm>
              <a:off x="4842181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tx167"/>
            <p:cNvSpPr/>
            <p:nvPr/>
          </p:nvSpPr>
          <p:spPr>
            <a:xfrm>
              <a:off x="2682986" y="6198468"/>
              <a:ext cx="1521829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High-middle 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tx168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0" name="rc169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tx170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2" name="rc171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3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4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tx175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7" name="tx176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WPS 演示</Application>
  <PresentationFormat>Présentation à l'écran (4:3)</PresentationFormat>
  <Paragraphs>140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73F80730FA5346A5BC63D41CD28B2124_12</vt:lpwstr>
  </property>
  <property fmtid="{D5CDD505-2E9C-101B-9397-08002B2CF9AE}" pid="3" name="KSOProductBuildVer">
    <vt:lpwstr>2052-12.1.0.21171</vt:lpwstr>
  </property>
</Properties>
</file>