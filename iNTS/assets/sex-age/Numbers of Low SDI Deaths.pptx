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64072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69515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74957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80400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16794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22236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276790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33121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053009" y="5740088"/>
              <a:ext cx="116935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908358" y="5491728"/>
              <a:ext cx="31400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3095097" y="5243367"/>
              <a:ext cx="12726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150770" y="4995007"/>
              <a:ext cx="7159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169961" y="4746647"/>
              <a:ext cx="5240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181243" y="4498286"/>
              <a:ext cx="4112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190733" y="4249926"/>
              <a:ext cx="3163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195056" y="4001566"/>
              <a:ext cx="2730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198852" y="3753206"/>
              <a:ext cx="2351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200223" y="3504845"/>
              <a:ext cx="2214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198852" y="3256485"/>
              <a:ext cx="2351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196638" y="3008125"/>
              <a:ext cx="2572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3197798" y="2759764"/>
              <a:ext cx="2456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201277" y="2511404"/>
              <a:ext cx="2108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207393" y="2263044"/>
              <a:ext cx="1497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211927" y="2014684"/>
              <a:ext cx="1043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216250" y="1766323"/>
              <a:ext cx="611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219413" y="1517963"/>
              <a:ext cx="295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21522" y="1269603"/>
              <a:ext cx="84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22155" y="1021243"/>
              <a:ext cx="21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22366" y="5740088"/>
              <a:ext cx="161242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222366" y="5491728"/>
              <a:ext cx="39498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222366" y="5243367"/>
              <a:ext cx="13243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222366" y="4995007"/>
              <a:ext cx="6400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222366" y="4746647"/>
              <a:ext cx="5282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222366" y="4498286"/>
              <a:ext cx="5493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222366" y="4249926"/>
              <a:ext cx="5356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222366" y="4001566"/>
              <a:ext cx="5135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222366" y="3753206"/>
              <a:ext cx="4344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222366" y="3504845"/>
              <a:ext cx="3627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222366" y="3256485"/>
              <a:ext cx="3310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222366" y="3008125"/>
              <a:ext cx="3321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222366" y="2759764"/>
              <a:ext cx="3173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222366" y="2511404"/>
              <a:ext cx="2646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222366" y="2263044"/>
              <a:ext cx="1876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222366" y="2014684"/>
              <a:ext cx="1286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222366" y="1766323"/>
              <a:ext cx="685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222366" y="1517963"/>
              <a:ext cx="316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222366" y="1269603"/>
              <a:ext cx="94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222366" y="1021243"/>
              <a:ext cx="10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1624148" y="579954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11090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x75"/>
            <p:cNvSpPr/>
            <p:nvPr/>
          </p:nvSpPr>
          <p:spPr>
            <a:xfrm>
              <a:off x="2565270" y="555118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2978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752008" y="530282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1207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893454" y="505446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679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912645" y="480610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923927" y="455767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390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933417" y="430931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937740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941536" y="381259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942907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941536" y="331587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939321" y="3069296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940481" y="281915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943961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950077" y="2324215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3040383" y="207414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3044706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47869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3135750" y="132906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136383" y="108241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4990741" y="579954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15292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3742113" y="5551119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3746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479561" y="530282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1256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379939" y="505446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368762" y="480610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370871" y="455774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521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369500" y="430938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367286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487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359378" y="3814377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412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352208" y="356423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349044" y="331587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349150" y="306751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315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347674" y="281915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342402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34704" y="232250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328799" y="2075855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291599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287909" y="157735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254505" y="132906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3253661" y="108241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pl134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2167941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222366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4276790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533121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2012552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tx159"/>
            <p:cNvSpPr/>
            <p:nvPr/>
          </p:nvSpPr>
          <p:spPr>
            <a:xfrm>
              <a:off x="3191288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tx160"/>
            <p:cNvSpPr/>
            <p:nvPr/>
          </p:nvSpPr>
          <p:spPr>
            <a:xfrm>
              <a:off x="4121402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tx161"/>
            <p:cNvSpPr/>
            <p:nvPr/>
          </p:nvSpPr>
          <p:spPr>
            <a:xfrm>
              <a:off x="5175826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tx162"/>
            <p:cNvSpPr/>
            <p:nvPr/>
          </p:nvSpPr>
          <p:spPr>
            <a:xfrm>
              <a:off x="2441051" y="6198468"/>
              <a:ext cx="1521829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Low 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rc164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tx165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rc166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69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tx170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2" name="tx171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WPS 演示</Application>
  <PresentationFormat>Présentation à l'écran (4:3)</PresentationFormat>
  <Paragraphs>138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0889F77CCB9C40B5AE49D7EB0E4A9359_12</vt:lpwstr>
  </property>
  <property fmtid="{D5CDD505-2E9C-101B-9397-08002B2CF9AE}" pid="3" name="KSOProductBuildVer">
    <vt:lpwstr>2052-12.1.0.21171</vt:lpwstr>
  </property>
</Properties>
</file>