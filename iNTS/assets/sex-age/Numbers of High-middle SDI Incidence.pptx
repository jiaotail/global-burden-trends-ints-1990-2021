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96652" y="983989"/>
              <a:ext cx="389449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941241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872641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804042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735443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496652" y="585185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496652" y="560349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6652" y="535512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6652" y="510676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6652" y="485840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6652" y="461004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96652" y="436168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496652" y="411332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96652" y="386496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96652" y="361660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96652" y="336824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96652" y="311988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96652" y="287152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96652" y="262316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96652" y="237480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6652" y="212644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6652" y="187808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6652" y="162972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6652" y="138136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96652" y="113300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406941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338342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269742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5201143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2053009" y="5740088"/>
              <a:ext cx="128533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2065428" y="5491728"/>
              <a:ext cx="127291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2304487" y="5243367"/>
              <a:ext cx="103385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2543547" y="4995007"/>
              <a:ext cx="79479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2630477" y="4746647"/>
              <a:ext cx="70786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2639791" y="4498286"/>
              <a:ext cx="69855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2577698" y="4249926"/>
              <a:ext cx="76064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2667733" y="4001566"/>
              <a:ext cx="67060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2757769" y="3753206"/>
              <a:ext cx="58057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2760873" y="3504845"/>
              <a:ext cx="57746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2773292" y="3256485"/>
              <a:ext cx="56504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2788815" y="3008125"/>
              <a:ext cx="54952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2881955" y="2759764"/>
              <a:ext cx="45638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2916107" y="2511404"/>
              <a:ext cx="42223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024770" y="2263044"/>
              <a:ext cx="31357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142748" y="2014684"/>
              <a:ext cx="19559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3186213" y="1766323"/>
              <a:ext cx="15212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3248306" y="1517963"/>
              <a:ext cx="9003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3297981" y="1269603"/>
              <a:ext cx="4036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3325923" y="1021243"/>
              <a:ext cx="1241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338342" y="5740088"/>
              <a:ext cx="149645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338342" y="5491728"/>
              <a:ext cx="146540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3338342" y="5243367"/>
              <a:ext cx="118908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338342" y="4995007"/>
              <a:ext cx="91587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338342" y="4746647"/>
              <a:ext cx="81342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338342" y="4498286"/>
              <a:ext cx="79169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338342" y="4249926"/>
              <a:ext cx="83826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338342" y="4001566"/>
              <a:ext cx="72338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338342" y="3753206"/>
              <a:ext cx="61161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338342" y="3504845"/>
              <a:ext cx="59609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3338342" y="3256485"/>
              <a:ext cx="57746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3338342" y="3008125"/>
              <a:ext cx="54952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3338342" y="2759764"/>
              <a:ext cx="44396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3338342" y="2511404"/>
              <a:ext cx="39118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338342" y="2263044"/>
              <a:ext cx="28252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3338342" y="2014684"/>
              <a:ext cx="16765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3338342" y="1766323"/>
              <a:ext cx="11176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3338342" y="1517963"/>
              <a:ext cx="5898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3338342" y="1269603"/>
              <a:ext cx="2173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3338342" y="1021243"/>
              <a:ext cx="620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tx74"/>
            <p:cNvSpPr/>
            <p:nvPr/>
          </p:nvSpPr>
          <p:spPr>
            <a:xfrm>
              <a:off x="1795693" y="5801259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414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6" name="tx75"/>
            <p:cNvSpPr/>
            <p:nvPr/>
          </p:nvSpPr>
          <p:spPr>
            <a:xfrm>
              <a:off x="1808111" y="5551187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7" name="tx76"/>
            <p:cNvSpPr/>
            <p:nvPr/>
          </p:nvSpPr>
          <p:spPr>
            <a:xfrm>
              <a:off x="2047171" y="5302758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333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8" name="tx77"/>
            <p:cNvSpPr/>
            <p:nvPr/>
          </p:nvSpPr>
          <p:spPr>
            <a:xfrm>
              <a:off x="2286230" y="505446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tx78"/>
            <p:cNvSpPr/>
            <p:nvPr/>
          </p:nvSpPr>
          <p:spPr>
            <a:xfrm>
              <a:off x="2373161" y="480610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228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tx79"/>
            <p:cNvSpPr/>
            <p:nvPr/>
          </p:nvSpPr>
          <p:spPr>
            <a:xfrm>
              <a:off x="2382475" y="455774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225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x80"/>
            <p:cNvSpPr/>
            <p:nvPr/>
          </p:nvSpPr>
          <p:spPr>
            <a:xfrm>
              <a:off x="2320382" y="430938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245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tx81"/>
            <p:cNvSpPr/>
            <p:nvPr/>
          </p:nvSpPr>
          <p:spPr>
            <a:xfrm>
              <a:off x="2410417" y="406102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216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tx82"/>
            <p:cNvSpPr/>
            <p:nvPr/>
          </p:nvSpPr>
          <p:spPr>
            <a:xfrm>
              <a:off x="2500452" y="381266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187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x83"/>
            <p:cNvSpPr/>
            <p:nvPr/>
          </p:nvSpPr>
          <p:spPr>
            <a:xfrm>
              <a:off x="2503557" y="356430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186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tx84"/>
            <p:cNvSpPr/>
            <p:nvPr/>
          </p:nvSpPr>
          <p:spPr>
            <a:xfrm>
              <a:off x="2515976" y="331594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182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6" name="tx85"/>
            <p:cNvSpPr/>
            <p:nvPr/>
          </p:nvSpPr>
          <p:spPr>
            <a:xfrm>
              <a:off x="2531499" y="3069296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177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tx86"/>
            <p:cNvSpPr/>
            <p:nvPr/>
          </p:nvSpPr>
          <p:spPr>
            <a:xfrm>
              <a:off x="2624639" y="2820936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tx87"/>
            <p:cNvSpPr/>
            <p:nvPr/>
          </p:nvSpPr>
          <p:spPr>
            <a:xfrm>
              <a:off x="2658790" y="257079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tx88"/>
            <p:cNvSpPr/>
            <p:nvPr/>
          </p:nvSpPr>
          <p:spPr>
            <a:xfrm>
              <a:off x="2767454" y="232250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tx89"/>
            <p:cNvSpPr/>
            <p:nvPr/>
          </p:nvSpPr>
          <p:spPr>
            <a:xfrm>
              <a:off x="2971203" y="2074075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1" name="tx90"/>
            <p:cNvSpPr/>
            <p:nvPr/>
          </p:nvSpPr>
          <p:spPr>
            <a:xfrm>
              <a:off x="3014669" y="182578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" name="tx91"/>
            <p:cNvSpPr/>
            <p:nvPr/>
          </p:nvSpPr>
          <p:spPr>
            <a:xfrm>
              <a:off x="3076762" y="157742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tx92"/>
            <p:cNvSpPr/>
            <p:nvPr/>
          </p:nvSpPr>
          <p:spPr>
            <a:xfrm>
              <a:off x="3126437" y="1328994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x93"/>
            <p:cNvSpPr/>
            <p:nvPr/>
          </p:nvSpPr>
          <p:spPr>
            <a:xfrm>
              <a:off x="3240151" y="1082824"/>
              <a:ext cx="77974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5" name="tx94"/>
            <p:cNvSpPr/>
            <p:nvPr/>
          </p:nvSpPr>
          <p:spPr>
            <a:xfrm>
              <a:off x="4928362" y="5799547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482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6" name="tx95"/>
            <p:cNvSpPr/>
            <p:nvPr/>
          </p:nvSpPr>
          <p:spPr>
            <a:xfrm>
              <a:off x="4897315" y="5552899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472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7" name="tx96"/>
            <p:cNvSpPr/>
            <p:nvPr/>
          </p:nvSpPr>
          <p:spPr>
            <a:xfrm>
              <a:off x="4620999" y="5302758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383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tx97"/>
            <p:cNvSpPr/>
            <p:nvPr/>
          </p:nvSpPr>
          <p:spPr>
            <a:xfrm>
              <a:off x="4347789" y="505446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295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tx98"/>
            <p:cNvSpPr/>
            <p:nvPr/>
          </p:nvSpPr>
          <p:spPr>
            <a:xfrm>
              <a:off x="4245335" y="480610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262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0" name="tx99"/>
            <p:cNvSpPr/>
            <p:nvPr/>
          </p:nvSpPr>
          <p:spPr>
            <a:xfrm>
              <a:off x="4223602" y="455774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x100"/>
            <p:cNvSpPr/>
            <p:nvPr/>
          </p:nvSpPr>
          <p:spPr>
            <a:xfrm>
              <a:off x="4270172" y="4309386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270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tx101"/>
            <p:cNvSpPr/>
            <p:nvPr/>
          </p:nvSpPr>
          <p:spPr>
            <a:xfrm>
              <a:off x="4155299" y="4060957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233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x102"/>
            <p:cNvSpPr/>
            <p:nvPr/>
          </p:nvSpPr>
          <p:spPr>
            <a:xfrm>
              <a:off x="4043531" y="381266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x103"/>
            <p:cNvSpPr/>
            <p:nvPr/>
          </p:nvSpPr>
          <p:spPr>
            <a:xfrm>
              <a:off x="4028008" y="356430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" name="tx104"/>
            <p:cNvSpPr/>
            <p:nvPr/>
          </p:nvSpPr>
          <p:spPr>
            <a:xfrm>
              <a:off x="4009380" y="3315945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186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tx105"/>
            <p:cNvSpPr/>
            <p:nvPr/>
          </p:nvSpPr>
          <p:spPr>
            <a:xfrm>
              <a:off x="3981438" y="3069296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177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7" name="tx106"/>
            <p:cNvSpPr/>
            <p:nvPr/>
          </p:nvSpPr>
          <p:spPr>
            <a:xfrm>
              <a:off x="3875879" y="281915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143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8" name="tx107"/>
            <p:cNvSpPr/>
            <p:nvPr/>
          </p:nvSpPr>
          <p:spPr>
            <a:xfrm>
              <a:off x="3823100" y="257086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126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9" name="tx108"/>
            <p:cNvSpPr/>
            <p:nvPr/>
          </p:nvSpPr>
          <p:spPr>
            <a:xfrm>
              <a:off x="3683246" y="232250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tx109"/>
            <p:cNvSpPr/>
            <p:nvPr/>
          </p:nvSpPr>
          <p:spPr>
            <a:xfrm>
              <a:off x="3568374" y="2074554"/>
              <a:ext cx="155949" cy="1020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1" name="tx110"/>
            <p:cNvSpPr/>
            <p:nvPr/>
          </p:nvSpPr>
          <p:spPr>
            <a:xfrm>
              <a:off x="3512490" y="1825714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" name="tx111"/>
            <p:cNvSpPr/>
            <p:nvPr/>
          </p:nvSpPr>
          <p:spPr>
            <a:xfrm>
              <a:off x="3459710" y="157742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3" name="tx112"/>
            <p:cNvSpPr/>
            <p:nvPr/>
          </p:nvSpPr>
          <p:spPr>
            <a:xfrm>
              <a:off x="3391264" y="1332485"/>
              <a:ext cx="77974" cy="990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4" name="tx113"/>
            <p:cNvSpPr/>
            <p:nvPr/>
          </p:nvSpPr>
          <p:spPr>
            <a:xfrm>
              <a:off x="3375741" y="1082414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5" name="tx114"/>
            <p:cNvSpPr/>
            <p:nvPr/>
          </p:nvSpPr>
          <p:spPr>
            <a:xfrm>
              <a:off x="1306601" y="5811577"/>
              <a:ext cx="127421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&lt;5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6" name="tx115"/>
            <p:cNvSpPr/>
            <p:nvPr/>
          </p:nvSpPr>
          <p:spPr>
            <a:xfrm>
              <a:off x="1272494" y="5561798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5-9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tx116"/>
            <p:cNvSpPr/>
            <p:nvPr/>
          </p:nvSpPr>
          <p:spPr>
            <a:xfrm>
              <a:off x="1148183" y="5313438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10-14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8" name="tx117"/>
            <p:cNvSpPr/>
            <p:nvPr/>
          </p:nvSpPr>
          <p:spPr>
            <a:xfrm>
              <a:off x="1148183" y="506507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15-19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tx118"/>
            <p:cNvSpPr/>
            <p:nvPr/>
          </p:nvSpPr>
          <p:spPr>
            <a:xfrm>
              <a:off x="1148183" y="481671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20-24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0" name="tx119"/>
            <p:cNvSpPr/>
            <p:nvPr/>
          </p:nvSpPr>
          <p:spPr>
            <a:xfrm>
              <a:off x="1148183" y="456835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25-29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tx120"/>
            <p:cNvSpPr/>
            <p:nvPr/>
          </p:nvSpPr>
          <p:spPr>
            <a:xfrm>
              <a:off x="1148183" y="431994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30-34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tx121"/>
            <p:cNvSpPr/>
            <p:nvPr/>
          </p:nvSpPr>
          <p:spPr>
            <a:xfrm>
              <a:off x="1148183" y="407158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35-39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x122"/>
            <p:cNvSpPr/>
            <p:nvPr/>
          </p:nvSpPr>
          <p:spPr>
            <a:xfrm>
              <a:off x="1148183" y="382327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40-44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4" name="tx123"/>
            <p:cNvSpPr/>
            <p:nvPr/>
          </p:nvSpPr>
          <p:spPr>
            <a:xfrm>
              <a:off x="1148183" y="357491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45-49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tx124"/>
            <p:cNvSpPr/>
            <p:nvPr/>
          </p:nvSpPr>
          <p:spPr>
            <a:xfrm>
              <a:off x="1148183" y="332655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50-54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6" name="tx125"/>
            <p:cNvSpPr/>
            <p:nvPr/>
          </p:nvSpPr>
          <p:spPr>
            <a:xfrm>
              <a:off x="1148183" y="307819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55-59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7" name="tx126"/>
            <p:cNvSpPr/>
            <p:nvPr/>
          </p:nvSpPr>
          <p:spPr>
            <a:xfrm>
              <a:off x="1148183" y="282983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60-64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tx127"/>
            <p:cNvSpPr/>
            <p:nvPr/>
          </p:nvSpPr>
          <p:spPr>
            <a:xfrm>
              <a:off x="1148183" y="258147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65-69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9" name="tx128"/>
            <p:cNvSpPr/>
            <p:nvPr/>
          </p:nvSpPr>
          <p:spPr>
            <a:xfrm>
              <a:off x="1148183" y="233311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70-74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0" name="tx129"/>
            <p:cNvSpPr/>
            <p:nvPr/>
          </p:nvSpPr>
          <p:spPr>
            <a:xfrm>
              <a:off x="1148183" y="208475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75-79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1" name="tx130"/>
            <p:cNvSpPr/>
            <p:nvPr/>
          </p:nvSpPr>
          <p:spPr>
            <a:xfrm>
              <a:off x="1148183" y="183639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80-84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2" name="tx131"/>
            <p:cNvSpPr/>
            <p:nvPr/>
          </p:nvSpPr>
          <p:spPr>
            <a:xfrm>
              <a:off x="1148183" y="158803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85-89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" name="tx132"/>
            <p:cNvSpPr/>
            <p:nvPr/>
          </p:nvSpPr>
          <p:spPr>
            <a:xfrm>
              <a:off x="1148183" y="1339673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90-94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4" name="tx133"/>
            <p:cNvSpPr/>
            <p:nvPr/>
          </p:nvSpPr>
          <p:spPr>
            <a:xfrm>
              <a:off x="1244445" y="1091313"/>
              <a:ext cx="1895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95+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5" name="pl134"/>
            <p:cNvSpPr/>
            <p:nvPr/>
          </p:nvSpPr>
          <p:spPr>
            <a:xfrm>
              <a:off x="1461858" y="585185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1461858" y="560349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1461858" y="535512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1461858" y="510676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1461858" y="485840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461858" y="461004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1461858" y="436168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1461858" y="411332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1461858" y="386496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1461858" y="361660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461858" y="336824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461858" y="311988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461858" y="287152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461858" y="262316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1461858" y="237480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461858" y="212644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1461858" y="187808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461858" y="162972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1461858" y="138136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1461858" y="113300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2406941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3338342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4269742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5201143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8"/>
            <p:cNvSpPr/>
            <p:nvPr/>
          </p:nvSpPr>
          <p:spPr>
            <a:xfrm>
              <a:off x="2313708" y="6061750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0" name="tx159"/>
            <p:cNvSpPr/>
            <p:nvPr/>
          </p:nvSpPr>
          <p:spPr>
            <a:xfrm>
              <a:off x="3307264" y="60618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1" name="tx160"/>
            <p:cNvSpPr/>
            <p:nvPr/>
          </p:nvSpPr>
          <p:spPr>
            <a:xfrm>
              <a:off x="4176509" y="6061750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2" name="tx161"/>
            <p:cNvSpPr/>
            <p:nvPr/>
          </p:nvSpPr>
          <p:spPr>
            <a:xfrm>
              <a:off x="5107909" y="60618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3" name="tx162"/>
            <p:cNvSpPr/>
            <p:nvPr/>
          </p:nvSpPr>
          <p:spPr>
            <a:xfrm>
              <a:off x="2605291" y="6198468"/>
              <a:ext cx="1677218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High-middle </a:t>
              </a: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SDI</a:t>
              </a:r>
              <a:endParaRPr lang="en-US"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" name="tx163"/>
            <p:cNvSpPr/>
            <p:nvPr/>
          </p:nvSpPr>
          <p:spPr>
            <a:xfrm rot="-5400000">
              <a:off x="895005" y="3427727"/>
              <a:ext cx="24856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Age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5" name="rc164"/>
            <p:cNvSpPr/>
            <p:nvPr/>
          </p:nvSpPr>
          <p:spPr>
            <a:xfrm>
              <a:off x="5530327" y="3103888"/>
              <a:ext cx="800883" cy="7770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tx165"/>
            <p:cNvSpPr/>
            <p:nvPr/>
          </p:nvSpPr>
          <p:spPr>
            <a:xfrm>
              <a:off x="5599916" y="3184766"/>
              <a:ext cx="240723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Sex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7" name="rc166"/>
            <p:cNvSpPr/>
            <p:nvPr/>
          </p:nvSpPr>
          <p:spPr>
            <a:xfrm>
              <a:off x="5599916" y="337246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7"/>
            <p:cNvSpPr/>
            <p:nvPr/>
          </p:nvSpPr>
          <p:spPr>
            <a:xfrm>
              <a:off x="5608916" y="3381466"/>
              <a:ext cx="201456" cy="20145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8"/>
            <p:cNvSpPr/>
            <p:nvPr/>
          </p:nvSpPr>
          <p:spPr>
            <a:xfrm>
              <a:off x="5599916" y="359192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69"/>
            <p:cNvSpPr/>
            <p:nvPr/>
          </p:nvSpPr>
          <p:spPr>
            <a:xfrm>
              <a:off x="5608916" y="3600922"/>
              <a:ext cx="201456" cy="20145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tx170"/>
            <p:cNvSpPr/>
            <p:nvPr/>
          </p:nvSpPr>
          <p:spPr>
            <a:xfrm>
              <a:off x="5888961" y="3440884"/>
              <a:ext cx="3726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Female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2" name="tx171"/>
            <p:cNvSpPr/>
            <p:nvPr/>
          </p:nvSpPr>
          <p:spPr>
            <a:xfrm>
              <a:off x="5888961" y="3660340"/>
              <a:ext cx="2422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WPS 演示</Application>
  <PresentationFormat>Présentation à l'écran (4:3)</PresentationFormat>
  <Paragraphs>138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2025-06-12T15:57:21Z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B79CE5B99B544990B4CB8CF052A38295_12</vt:lpwstr>
  </property>
  <property fmtid="{D5CDD505-2E9C-101B-9397-08002B2CF9AE}" pid="3" name="KSOProductBuildVer">
    <vt:lpwstr>2052-12.1.0.21171</vt:lpwstr>
  </property>
</Properties>
</file>