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1"/>
        <p:guide pos="28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组合 146"/>
          <p:cNvGrpSpPr/>
          <p:nvPr/>
        </p:nvGrpSpPr>
        <p:grpSpPr>
          <a:xfrm>
            <a:off x="57150" y="72390"/>
            <a:ext cx="9044940" cy="6183630"/>
            <a:chOff x="90" y="114"/>
            <a:chExt cx="14244" cy="9738"/>
          </a:xfrm>
        </p:grpSpPr>
        <p:grpSp>
          <p:nvGrpSpPr>
            <p:cNvPr id="3" name="组合 2"/>
            <p:cNvGrpSpPr/>
            <p:nvPr/>
          </p:nvGrpSpPr>
          <p:grpSpPr>
            <a:xfrm>
              <a:off x="90" y="114"/>
              <a:ext cx="14244" cy="9632"/>
              <a:chOff x="914400" y="914400"/>
              <a:chExt cx="5486400" cy="5773517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77351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366175" y="983989"/>
                <a:ext cx="4024973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366175" y="5115598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366175" y="3967222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366175" y="2818846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366175" y="1670471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366175" y="5689785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366175" y="4541410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366175" y="3393034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366175" y="2244658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366175" y="1096283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48572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168498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188424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208349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22827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248200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268126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288052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307977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327903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347829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367754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387680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407605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427531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447457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467382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487308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507233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527159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l35"/>
              <p:cNvSpPr/>
              <p:nvPr/>
            </p:nvSpPr>
            <p:spPr>
              <a:xfrm>
                <a:off x="1485728" y="2841814"/>
                <a:ext cx="3785866" cy="2021141"/>
              </a:xfrm>
              <a:custGeom>
                <a:avLst/>
                <a:gdLst/>
                <a:ahLst/>
                <a:cxnLst/>
                <a:pathLst>
                  <a:path w="3785866" h="2021141">
                    <a:moveTo>
                      <a:pt x="0" y="0"/>
                    </a:moveTo>
                    <a:lnTo>
                      <a:pt x="199256" y="459350"/>
                    </a:lnTo>
                    <a:lnTo>
                      <a:pt x="398512" y="803862"/>
                    </a:lnTo>
                    <a:lnTo>
                      <a:pt x="597768" y="1148375"/>
                    </a:lnTo>
                    <a:lnTo>
                      <a:pt x="797024" y="1378050"/>
                    </a:lnTo>
                    <a:lnTo>
                      <a:pt x="996280" y="1561790"/>
                    </a:lnTo>
                    <a:lnTo>
                      <a:pt x="1195536" y="1745531"/>
                    </a:lnTo>
                    <a:lnTo>
                      <a:pt x="1394792" y="1837401"/>
                    </a:lnTo>
                    <a:lnTo>
                      <a:pt x="1594049" y="1906303"/>
                    </a:lnTo>
                    <a:lnTo>
                      <a:pt x="1793305" y="1952238"/>
                    </a:lnTo>
                    <a:lnTo>
                      <a:pt x="1992561" y="1975206"/>
                    </a:lnTo>
                    <a:lnTo>
                      <a:pt x="2191817" y="1952238"/>
                    </a:lnTo>
                    <a:lnTo>
                      <a:pt x="2391073" y="1952238"/>
                    </a:lnTo>
                    <a:lnTo>
                      <a:pt x="2590329" y="1975206"/>
                    </a:lnTo>
                    <a:lnTo>
                      <a:pt x="2789585" y="1975206"/>
                    </a:lnTo>
                    <a:lnTo>
                      <a:pt x="2988841" y="1998173"/>
                    </a:lnTo>
                    <a:lnTo>
                      <a:pt x="3188098" y="2021141"/>
                    </a:lnTo>
                    <a:lnTo>
                      <a:pt x="3387354" y="1952238"/>
                    </a:lnTo>
                    <a:lnTo>
                      <a:pt x="3586610" y="1860368"/>
                    </a:lnTo>
                    <a:lnTo>
                      <a:pt x="3785866" y="1722563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l36"/>
              <p:cNvSpPr/>
              <p:nvPr/>
            </p:nvSpPr>
            <p:spPr>
              <a:xfrm>
                <a:off x="1485728" y="2681041"/>
                <a:ext cx="3785866" cy="2135978"/>
              </a:xfrm>
              <a:custGeom>
                <a:avLst/>
                <a:gdLst/>
                <a:ahLst/>
                <a:cxnLst/>
                <a:pathLst>
                  <a:path w="3785866" h="2135978">
                    <a:moveTo>
                      <a:pt x="0" y="0"/>
                    </a:moveTo>
                    <a:lnTo>
                      <a:pt x="199256" y="505285"/>
                    </a:lnTo>
                    <a:lnTo>
                      <a:pt x="398512" y="872765"/>
                    </a:lnTo>
                    <a:lnTo>
                      <a:pt x="597768" y="1217278"/>
                    </a:lnTo>
                    <a:lnTo>
                      <a:pt x="797024" y="1469920"/>
                    </a:lnTo>
                    <a:lnTo>
                      <a:pt x="996280" y="1699595"/>
                    </a:lnTo>
                    <a:lnTo>
                      <a:pt x="1195536" y="1883336"/>
                    </a:lnTo>
                    <a:lnTo>
                      <a:pt x="1394792" y="1975206"/>
                    </a:lnTo>
                    <a:lnTo>
                      <a:pt x="1594049" y="2044108"/>
                    </a:lnTo>
                    <a:lnTo>
                      <a:pt x="1793305" y="2113011"/>
                    </a:lnTo>
                    <a:lnTo>
                      <a:pt x="1992561" y="2135978"/>
                    </a:lnTo>
                    <a:lnTo>
                      <a:pt x="2191817" y="2090043"/>
                    </a:lnTo>
                    <a:lnTo>
                      <a:pt x="2391073" y="2067076"/>
                    </a:lnTo>
                    <a:lnTo>
                      <a:pt x="2590329" y="2067076"/>
                    </a:lnTo>
                    <a:lnTo>
                      <a:pt x="2789585" y="2067076"/>
                    </a:lnTo>
                    <a:lnTo>
                      <a:pt x="2988841" y="2044108"/>
                    </a:lnTo>
                    <a:lnTo>
                      <a:pt x="3188098" y="2021141"/>
                    </a:lnTo>
                    <a:lnTo>
                      <a:pt x="3387354" y="1906303"/>
                    </a:lnTo>
                    <a:lnTo>
                      <a:pt x="3586610" y="1722563"/>
                    </a:lnTo>
                    <a:lnTo>
                      <a:pt x="3785866" y="1492888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t37"/>
              <p:cNvSpPr/>
              <p:nvPr/>
            </p:nvSpPr>
            <p:spPr>
              <a:xfrm>
                <a:off x="1454127" y="281021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t38"/>
              <p:cNvSpPr/>
              <p:nvPr/>
            </p:nvSpPr>
            <p:spPr>
              <a:xfrm>
                <a:off x="1653383" y="326956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t39"/>
              <p:cNvSpPr/>
              <p:nvPr/>
            </p:nvSpPr>
            <p:spPr>
              <a:xfrm>
                <a:off x="1852639" y="361407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2051896" y="395858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2251152" y="418826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2450408" y="437200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2649664" y="455574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2848920" y="464761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3048176" y="471651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3247432" y="476245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3446688" y="478541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3645945" y="476245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3845201" y="476245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4044457" y="478541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4243713" y="478541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4442969" y="480838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4642225" y="483135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4841481" y="476245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5040738" y="467058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5239994" y="453277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1454127" y="264944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1653383" y="315472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1852639" y="352220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2051896" y="386671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2251152" y="411936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2450408" y="434903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2649664" y="453277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2848920" y="462464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3048176" y="46935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3247432" y="476245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3446688" y="478541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3645945" y="473948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3845201" y="471651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4044457" y="471651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4243713" y="471651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4442969" y="46935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4642225" y="467058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4841481" y="455574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t75"/>
              <p:cNvSpPr/>
              <p:nvPr/>
            </p:nvSpPr>
            <p:spPr>
              <a:xfrm>
                <a:off x="5040738" y="437200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7" name="pt76"/>
              <p:cNvSpPr/>
              <p:nvPr/>
            </p:nvSpPr>
            <p:spPr>
              <a:xfrm>
                <a:off x="5239994" y="414232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8" name="pg77"/>
              <p:cNvSpPr/>
              <p:nvPr/>
            </p:nvSpPr>
            <p:spPr>
              <a:xfrm>
                <a:off x="1485728" y="1877959"/>
                <a:ext cx="3785866" cy="3406210"/>
              </a:xfrm>
              <a:custGeom>
                <a:avLst/>
                <a:gdLst/>
                <a:ahLst/>
                <a:cxnLst/>
                <a:pathLst>
                  <a:path w="3785866" h="3406210">
                    <a:moveTo>
                      <a:pt x="0" y="0"/>
                    </a:moveTo>
                    <a:lnTo>
                      <a:pt x="199256" y="305058"/>
                    </a:lnTo>
                    <a:lnTo>
                      <a:pt x="398512" y="675176"/>
                    </a:lnTo>
                    <a:lnTo>
                      <a:pt x="597768" y="1099583"/>
                    </a:lnTo>
                    <a:lnTo>
                      <a:pt x="797024" y="1473244"/>
                    </a:lnTo>
                    <a:lnTo>
                      <a:pt x="996280" y="1735664"/>
                    </a:lnTo>
                    <a:lnTo>
                      <a:pt x="1195536" y="1981032"/>
                    </a:lnTo>
                    <a:lnTo>
                      <a:pt x="1394792" y="2142964"/>
                    </a:lnTo>
                    <a:lnTo>
                      <a:pt x="1594049" y="2233306"/>
                    </a:lnTo>
                    <a:lnTo>
                      <a:pt x="1793305" y="2334529"/>
                    </a:lnTo>
                    <a:lnTo>
                      <a:pt x="1992561" y="2361381"/>
                    </a:lnTo>
                    <a:lnTo>
                      <a:pt x="2191817" y="2290581"/>
                    </a:lnTo>
                    <a:lnTo>
                      <a:pt x="2391073" y="2271693"/>
                    </a:lnTo>
                    <a:lnTo>
                      <a:pt x="2590329" y="2347319"/>
                    </a:lnTo>
                    <a:lnTo>
                      <a:pt x="2789585" y="2376106"/>
                    </a:lnTo>
                    <a:lnTo>
                      <a:pt x="2988841" y="2383555"/>
                    </a:lnTo>
                    <a:lnTo>
                      <a:pt x="3188098" y="2327562"/>
                    </a:lnTo>
                    <a:lnTo>
                      <a:pt x="3387354" y="2410368"/>
                    </a:lnTo>
                    <a:lnTo>
                      <a:pt x="3586610" y="2161167"/>
                    </a:lnTo>
                    <a:lnTo>
                      <a:pt x="3785866" y="1609350"/>
                    </a:lnTo>
                    <a:lnTo>
                      <a:pt x="3785866" y="3331801"/>
                    </a:lnTo>
                    <a:lnTo>
                      <a:pt x="3586610" y="3316720"/>
                    </a:lnTo>
                    <a:lnTo>
                      <a:pt x="3387354" y="3317898"/>
                    </a:lnTo>
                    <a:lnTo>
                      <a:pt x="3188098" y="3406210"/>
                    </a:lnTo>
                    <a:lnTo>
                      <a:pt x="2988841" y="3372963"/>
                    </a:lnTo>
                    <a:lnTo>
                      <a:pt x="2789585" y="3340428"/>
                    </a:lnTo>
                    <a:lnTo>
                      <a:pt x="2590329" y="3351186"/>
                    </a:lnTo>
                    <a:lnTo>
                      <a:pt x="2391073" y="3362165"/>
                    </a:lnTo>
                    <a:lnTo>
                      <a:pt x="2191817" y="3383907"/>
                    </a:lnTo>
                    <a:lnTo>
                      <a:pt x="1992561" y="3400846"/>
                    </a:lnTo>
                    <a:lnTo>
                      <a:pt x="1793305" y="3366176"/>
                    </a:lnTo>
                    <a:lnTo>
                      <a:pt x="1594049" y="3332472"/>
                    </a:lnTo>
                    <a:lnTo>
                      <a:pt x="1394792" y="3281374"/>
                    </a:lnTo>
                    <a:lnTo>
                      <a:pt x="1195536" y="3233131"/>
                    </a:lnTo>
                    <a:lnTo>
                      <a:pt x="996280" y="3074757"/>
                    </a:lnTo>
                    <a:lnTo>
                      <a:pt x="797024" y="2972823"/>
                    </a:lnTo>
                    <a:lnTo>
                      <a:pt x="597768" y="2775351"/>
                    </a:lnTo>
                    <a:lnTo>
                      <a:pt x="398512" y="2567734"/>
                    </a:lnTo>
                    <a:lnTo>
                      <a:pt x="199256" y="2334482"/>
                    </a:lnTo>
                    <a:lnTo>
                      <a:pt x="0" y="1790907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9" name="pl78"/>
              <p:cNvSpPr/>
              <p:nvPr/>
            </p:nvSpPr>
            <p:spPr>
              <a:xfrm>
                <a:off x="1485728" y="1877959"/>
                <a:ext cx="3785866" cy="2410368"/>
              </a:xfrm>
              <a:custGeom>
                <a:avLst/>
                <a:gdLst/>
                <a:ahLst/>
                <a:cxnLst/>
                <a:pathLst>
                  <a:path w="3785866" h="2410368">
                    <a:moveTo>
                      <a:pt x="0" y="0"/>
                    </a:moveTo>
                    <a:lnTo>
                      <a:pt x="199256" y="305058"/>
                    </a:lnTo>
                    <a:lnTo>
                      <a:pt x="398512" y="675176"/>
                    </a:lnTo>
                    <a:lnTo>
                      <a:pt x="597768" y="1099583"/>
                    </a:lnTo>
                    <a:lnTo>
                      <a:pt x="797024" y="1473244"/>
                    </a:lnTo>
                    <a:lnTo>
                      <a:pt x="996280" y="1735664"/>
                    </a:lnTo>
                    <a:lnTo>
                      <a:pt x="1195536" y="1981032"/>
                    </a:lnTo>
                    <a:lnTo>
                      <a:pt x="1394792" y="2142964"/>
                    </a:lnTo>
                    <a:lnTo>
                      <a:pt x="1594049" y="2233306"/>
                    </a:lnTo>
                    <a:lnTo>
                      <a:pt x="1793305" y="2334529"/>
                    </a:lnTo>
                    <a:lnTo>
                      <a:pt x="1992561" y="2361381"/>
                    </a:lnTo>
                    <a:lnTo>
                      <a:pt x="2191817" y="2290581"/>
                    </a:lnTo>
                    <a:lnTo>
                      <a:pt x="2391073" y="2271693"/>
                    </a:lnTo>
                    <a:lnTo>
                      <a:pt x="2590329" y="2347319"/>
                    </a:lnTo>
                    <a:lnTo>
                      <a:pt x="2789585" y="2376106"/>
                    </a:lnTo>
                    <a:lnTo>
                      <a:pt x="2988841" y="2383555"/>
                    </a:lnTo>
                    <a:lnTo>
                      <a:pt x="3188098" y="2327562"/>
                    </a:lnTo>
                    <a:lnTo>
                      <a:pt x="3387354" y="2410368"/>
                    </a:lnTo>
                    <a:lnTo>
                      <a:pt x="3586610" y="2161167"/>
                    </a:lnTo>
                    <a:lnTo>
                      <a:pt x="3785866" y="160935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0" name="pl79"/>
              <p:cNvSpPr/>
              <p:nvPr/>
            </p:nvSpPr>
            <p:spPr>
              <a:xfrm>
                <a:off x="1485728" y="3668867"/>
                <a:ext cx="3785866" cy="1615302"/>
              </a:xfrm>
              <a:custGeom>
                <a:avLst/>
                <a:gdLst/>
                <a:ahLst/>
                <a:cxnLst/>
                <a:pathLst>
                  <a:path w="3785866" h="1615302">
                    <a:moveTo>
                      <a:pt x="3785866" y="1540893"/>
                    </a:moveTo>
                    <a:lnTo>
                      <a:pt x="3586610" y="1525812"/>
                    </a:lnTo>
                    <a:lnTo>
                      <a:pt x="3387354" y="1526990"/>
                    </a:lnTo>
                    <a:lnTo>
                      <a:pt x="3188098" y="1615302"/>
                    </a:lnTo>
                    <a:lnTo>
                      <a:pt x="2988841" y="1582055"/>
                    </a:lnTo>
                    <a:lnTo>
                      <a:pt x="2789585" y="1549520"/>
                    </a:lnTo>
                    <a:lnTo>
                      <a:pt x="2590329" y="1560278"/>
                    </a:lnTo>
                    <a:lnTo>
                      <a:pt x="2391073" y="1571258"/>
                    </a:lnTo>
                    <a:lnTo>
                      <a:pt x="2191817" y="1592999"/>
                    </a:lnTo>
                    <a:lnTo>
                      <a:pt x="1992561" y="1609938"/>
                    </a:lnTo>
                    <a:lnTo>
                      <a:pt x="1793305" y="1575268"/>
                    </a:lnTo>
                    <a:lnTo>
                      <a:pt x="1594049" y="1541564"/>
                    </a:lnTo>
                    <a:lnTo>
                      <a:pt x="1394792" y="1490466"/>
                    </a:lnTo>
                    <a:lnTo>
                      <a:pt x="1195536" y="1442223"/>
                    </a:lnTo>
                    <a:lnTo>
                      <a:pt x="996280" y="1283850"/>
                    </a:lnTo>
                    <a:lnTo>
                      <a:pt x="797024" y="1181915"/>
                    </a:lnTo>
                    <a:lnTo>
                      <a:pt x="597768" y="984443"/>
                    </a:lnTo>
                    <a:lnTo>
                      <a:pt x="398512" y="776826"/>
                    </a:lnTo>
                    <a:lnTo>
                      <a:pt x="199256" y="543575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1" name="pg80"/>
              <p:cNvSpPr/>
              <p:nvPr/>
            </p:nvSpPr>
            <p:spPr>
              <a:xfrm>
                <a:off x="1485728" y="1700685"/>
                <a:ext cx="3785866" cy="3566520"/>
              </a:xfrm>
              <a:custGeom>
                <a:avLst/>
                <a:gdLst/>
                <a:ahLst/>
                <a:cxnLst/>
                <a:pathLst>
                  <a:path w="3785866" h="3566520">
                    <a:moveTo>
                      <a:pt x="0" y="0"/>
                    </a:moveTo>
                    <a:lnTo>
                      <a:pt x="199256" y="286144"/>
                    </a:lnTo>
                    <a:lnTo>
                      <a:pt x="398512" y="722286"/>
                    </a:lnTo>
                    <a:lnTo>
                      <a:pt x="597768" y="1155644"/>
                    </a:lnTo>
                    <a:lnTo>
                      <a:pt x="797024" y="1536705"/>
                    </a:lnTo>
                    <a:lnTo>
                      <a:pt x="996280" y="1836865"/>
                    </a:lnTo>
                    <a:lnTo>
                      <a:pt x="1195536" y="2075149"/>
                    </a:lnTo>
                    <a:lnTo>
                      <a:pt x="1394792" y="2234713"/>
                    </a:lnTo>
                    <a:lnTo>
                      <a:pt x="1594049" y="2366006"/>
                    </a:lnTo>
                    <a:lnTo>
                      <a:pt x="1793305" y="2469335"/>
                    </a:lnTo>
                    <a:lnTo>
                      <a:pt x="1992561" y="2499435"/>
                    </a:lnTo>
                    <a:lnTo>
                      <a:pt x="2191817" y="2399981"/>
                    </a:lnTo>
                    <a:lnTo>
                      <a:pt x="2391073" y="2382992"/>
                    </a:lnTo>
                    <a:lnTo>
                      <a:pt x="2590329" y="2419438"/>
                    </a:lnTo>
                    <a:lnTo>
                      <a:pt x="2789585" y="2431338"/>
                    </a:lnTo>
                    <a:lnTo>
                      <a:pt x="2988841" y="2396838"/>
                    </a:lnTo>
                    <a:lnTo>
                      <a:pt x="3188098" y="2298966"/>
                    </a:lnTo>
                    <a:lnTo>
                      <a:pt x="3387354" y="2284636"/>
                    </a:lnTo>
                    <a:lnTo>
                      <a:pt x="3586610" y="1893134"/>
                    </a:lnTo>
                    <a:lnTo>
                      <a:pt x="3785866" y="1232043"/>
                    </a:lnTo>
                    <a:lnTo>
                      <a:pt x="3785866" y="3294043"/>
                    </a:lnTo>
                    <a:lnTo>
                      <a:pt x="3586610" y="3305293"/>
                    </a:lnTo>
                    <a:lnTo>
                      <a:pt x="3387354" y="3354539"/>
                    </a:lnTo>
                    <a:lnTo>
                      <a:pt x="3188098" y="3466491"/>
                    </a:lnTo>
                    <a:lnTo>
                      <a:pt x="2988841" y="3490830"/>
                    </a:lnTo>
                    <a:lnTo>
                      <a:pt x="2789585" y="3494766"/>
                    </a:lnTo>
                    <a:lnTo>
                      <a:pt x="2590329" y="3485732"/>
                    </a:lnTo>
                    <a:lnTo>
                      <a:pt x="2391073" y="3491956"/>
                    </a:lnTo>
                    <a:lnTo>
                      <a:pt x="2191817" y="3523193"/>
                    </a:lnTo>
                    <a:lnTo>
                      <a:pt x="1992561" y="3566520"/>
                    </a:lnTo>
                    <a:lnTo>
                      <a:pt x="1793305" y="3514727"/>
                    </a:lnTo>
                    <a:lnTo>
                      <a:pt x="1594049" y="3510392"/>
                    </a:lnTo>
                    <a:lnTo>
                      <a:pt x="1394792" y="3460572"/>
                    </a:lnTo>
                    <a:lnTo>
                      <a:pt x="1195536" y="3404753"/>
                    </a:lnTo>
                    <a:lnTo>
                      <a:pt x="996280" y="3238458"/>
                    </a:lnTo>
                    <a:lnTo>
                      <a:pt x="797024" y="3112803"/>
                    </a:lnTo>
                    <a:lnTo>
                      <a:pt x="597768" y="2891874"/>
                    </a:lnTo>
                    <a:lnTo>
                      <a:pt x="398512" y="2663123"/>
                    </a:lnTo>
                    <a:lnTo>
                      <a:pt x="199256" y="2430680"/>
                    </a:lnTo>
                    <a:lnTo>
                      <a:pt x="0" y="1728620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2" name="pl81"/>
              <p:cNvSpPr/>
              <p:nvPr/>
            </p:nvSpPr>
            <p:spPr>
              <a:xfrm>
                <a:off x="1485728" y="1700685"/>
                <a:ext cx="3785866" cy="2499435"/>
              </a:xfrm>
              <a:custGeom>
                <a:avLst/>
                <a:gdLst/>
                <a:ahLst/>
                <a:cxnLst/>
                <a:pathLst>
                  <a:path w="3785866" h="2499435">
                    <a:moveTo>
                      <a:pt x="0" y="0"/>
                    </a:moveTo>
                    <a:lnTo>
                      <a:pt x="199256" y="286144"/>
                    </a:lnTo>
                    <a:lnTo>
                      <a:pt x="398512" y="722286"/>
                    </a:lnTo>
                    <a:lnTo>
                      <a:pt x="597768" y="1155644"/>
                    </a:lnTo>
                    <a:lnTo>
                      <a:pt x="797024" y="1536705"/>
                    </a:lnTo>
                    <a:lnTo>
                      <a:pt x="996280" y="1836865"/>
                    </a:lnTo>
                    <a:lnTo>
                      <a:pt x="1195536" y="2075149"/>
                    </a:lnTo>
                    <a:lnTo>
                      <a:pt x="1394792" y="2234713"/>
                    </a:lnTo>
                    <a:lnTo>
                      <a:pt x="1594049" y="2366006"/>
                    </a:lnTo>
                    <a:lnTo>
                      <a:pt x="1793305" y="2469335"/>
                    </a:lnTo>
                    <a:lnTo>
                      <a:pt x="1992561" y="2499435"/>
                    </a:lnTo>
                    <a:lnTo>
                      <a:pt x="2191817" y="2399981"/>
                    </a:lnTo>
                    <a:lnTo>
                      <a:pt x="2391073" y="2382992"/>
                    </a:lnTo>
                    <a:lnTo>
                      <a:pt x="2590329" y="2419438"/>
                    </a:lnTo>
                    <a:lnTo>
                      <a:pt x="2789585" y="2431338"/>
                    </a:lnTo>
                    <a:lnTo>
                      <a:pt x="2988841" y="2396838"/>
                    </a:lnTo>
                    <a:lnTo>
                      <a:pt x="3188098" y="2298966"/>
                    </a:lnTo>
                    <a:lnTo>
                      <a:pt x="3387354" y="2284636"/>
                    </a:lnTo>
                    <a:lnTo>
                      <a:pt x="3586610" y="1893134"/>
                    </a:lnTo>
                    <a:lnTo>
                      <a:pt x="3785866" y="1232043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3" name="pl82"/>
              <p:cNvSpPr/>
              <p:nvPr/>
            </p:nvSpPr>
            <p:spPr>
              <a:xfrm>
                <a:off x="1485728" y="3429306"/>
                <a:ext cx="3785866" cy="1837899"/>
              </a:xfrm>
              <a:custGeom>
                <a:avLst/>
                <a:gdLst/>
                <a:ahLst/>
                <a:cxnLst/>
                <a:pathLst>
                  <a:path w="3785866" h="1837899">
                    <a:moveTo>
                      <a:pt x="3785866" y="1565422"/>
                    </a:moveTo>
                    <a:lnTo>
                      <a:pt x="3586610" y="1576673"/>
                    </a:lnTo>
                    <a:lnTo>
                      <a:pt x="3387354" y="1625918"/>
                    </a:lnTo>
                    <a:lnTo>
                      <a:pt x="3188098" y="1737871"/>
                    </a:lnTo>
                    <a:lnTo>
                      <a:pt x="2988841" y="1762209"/>
                    </a:lnTo>
                    <a:lnTo>
                      <a:pt x="2789585" y="1766146"/>
                    </a:lnTo>
                    <a:lnTo>
                      <a:pt x="2590329" y="1757111"/>
                    </a:lnTo>
                    <a:lnTo>
                      <a:pt x="2391073" y="1763335"/>
                    </a:lnTo>
                    <a:lnTo>
                      <a:pt x="2191817" y="1794573"/>
                    </a:lnTo>
                    <a:lnTo>
                      <a:pt x="1992561" y="1837899"/>
                    </a:lnTo>
                    <a:lnTo>
                      <a:pt x="1793305" y="1786107"/>
                    </a:lnTo>
                    <a:lnTo>
                      <a:pt x="1594049" y="1781772"/>
                    </a:lnTo>
                    <a:lnTo>
                      <a:pt x="1394792" y="1731952"/>
                    </a:lnTo>
                    <a:lnTo>
                      <a:pt x="1195536" y="1676133"/>
                    </a:lnTo>
                    <a:lnTo>
                      <a:pt x="996280" y="1509838"/>
                    </a:lnTo>
                    <a:lnTo>
                      <a:pt x="797024" y="1384183"/>
                    </a:lnTo>
                    <a:lnTo>
                      <a:pt x="597768" y="1163254"/>
                    </a:lnTo>
                    <a:lnTo>
                      <a:pt x="398512" y="934503"/>
                    </a:lnTo>
                    <a:lnTo>
                      <a:pt x="199256" y="702059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4" name="tx83"/>
              <p:cNvSpPr/>
              <p:nvPr/>
            </p:nvSpPr>
            <p:spPr>
              <a:xfrm>
                <a:off x="1241389" y="5648094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x84"/>
              <p:cNvSpPr/>
              <p:nvPr/>
            </p:nvSpPr>
            <p:spPr>
              <a:xfrm>
                <a:off x="1148183" y="4499718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0.5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6" name="tx85"/>
              <p:cNvSpPr/>
              <p:nvPr/>
            </p:nvSpPr>
            <p:spPr>
              <a:xfrm>
                <a:off x="1241389" y="3352707"/>
                <a:ext cx="62155" cy="8032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7" name="tx86"/>
              <p:cNvSpPr/>
              <p:nvPr/>
            </p:nvSpPr>
            <p:spPr>
              <a:xfrm>
                <a:off x="1148183" y="2202967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1.5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8" name="tx87"/>
              <p:cNvSpPr/>
              <p:nvPr/>
            </p:nvSpPr>
            <p:spPr>
              <a:xfrm>
                <a:off x="1241389" y="1055955"/>
                <a:ext cx="62155" cy="8032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9" name="pl88"/>
              <p:cNvSpPr/>
              <p:nvPr/>
            </p:nvSpPr>
            <p:spPr>
              <a:xfrm>
                <a:off x="1331380" y="5689785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0" name="pl89"/>
              <p:cNvSpPr/>
              <p:nvPr/>
            </p:nvSpPr>
            <p:spPr>
              <a:xfrm>
                <a:off x="1331380" y="4541410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1" name="pl90"/>
              <p:cNvSpPr/>
              <p:nvPr/>
            </p:nvSpPr>
            <p:spPr>
              <a:xfrm>
                <a:off x="1331380" y="3393034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2" name="pl91"/>
              <p:cNvSpPr/>
              <p:nvPr/>
            </p:nvSpPr>
            <p:spPr>
              <a:xfrm>
                <a:off x="1331380" y="2244658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3" name="pl92"/>
              <p:cNvSpPr/>
              <p:nvPr/>
            </p:nvSpPr>
            <p:spPr>
              <a:xfrm>
                <a:off x="1331380" y="1096283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148572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168498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188424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208349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22827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248200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268126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288052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307977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327903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347829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367754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387680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407605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427531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447457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pl109"/>
              <p:cNvSpPr/>
              <p:nvPr/>
            </p:nvSpPr>
            <p:spPr>
              <a:xfrm>
                <a:off x="467382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1" name="pl110"/>
              <p:cNvSpPr/>
              <p:nvPr/>
            </p:nvSpPr>
            <p:spPr>
              <a:xfrm>
                <a:off x="487308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2" name="pl111"/>
              <p:cNvSpPr/>
              <p:nvPr/>
            </p:nvSpPr>
            <p:spPr>
              <a:xfrm>
                <a:off x="507233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3" name="pl112"/>
              <p:cNvSpPr/>
              <p:nvPr/>
            </p:nvSpPr>
            <p:spPr>
              <a:xfrm>
                <a:off x="527159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4" name="tx113"/>
              <p:cNvSpPr/>
              <p:nvPr/>
            </p:nvSpPr>
            <p:spPr>
              <a:xfrm>
                <a:off x="1422018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5" name="tx114"/>
              <p:cNvSpPr/>
              <p:nvPr/>
            </p:nvSpPr>
            <p:spPr>
              <a:xfrm>
                <a:off x="1604220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6" name="tx115"/>
              <p:cNvSpPr/>
              <p:nvPr/>
            </p:nvSpPr>
            <p:spPr>
              <a:xfrm>
                <a:off x="174132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tx116"/>
              <p:cNvSpPr/>
              <p:nvPr/>
            </p:nvSpPr>
            <p:spPr>
              <a:xfrm>
                <a:off x="194057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tx117"/>
              <p:cNvSpPr/>
              <p:nvPr/>
            </p:nvSpPr>
            <p:spPr>
              <a:xfrm>
                <a:off x="213983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tx118"/>
              <p:cNvSpPr/>
              <p:nvPr/>
            </p:nvSpPr>
            <p:spPr>
              <a:xfrm>
                <a:off x="233908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2538346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2737602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293685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313611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333537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353462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373388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393313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413239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433165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453090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>
                <a:off x="473016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tx131"/>
              <p:cNvSpPr/>
              <p:nvPr/>
            </p:nvSpPr>
            <p:spPr>
              <a:xfrm>
                <a:off x="492941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" name="tx132"/>
              <p:cNvSpPr/>
              <p:nvPr/>
            </p:nvSpPr>
            <p:spPr>
              <a:xfrm>
                <a:off x="5176806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tx133"/>
              <p:cNvSpPr/>
              <p:nvPr/>
            </p:nvSpPr>
            <p:spPr>
              <a:xfrm>
                <a:off x="3254378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5" name="tx134"/>
              <p:cNvSpPr/>
              <p:nvPr/>
            </p:nvSpPr>
            <p:spPr>
              <a:xfrm rot="-5400000">
                <a:off x="329520" y="3440756"/>
                <a:ext cx="1405594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Incidence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6" name="rc135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7" name="tx136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8" name="rc137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9" name="pl138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0" name="pt139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1" name="rc140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2" name="pl141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3" name="pt142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4" name="tx143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5" name="tx144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6" name="文本框 145"/>
            <p:cNvSpPr txBox="1"/>
            <p:nvPr/>
          </p:nvSpPr>
          <p:spPr>
            <a:xfrm>
              <a:off x="5176" y="9272"/>
              <a:ext cx="304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High-middle SDI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WPS 演示</Application>
  <PresentationFormat>Présentation à l'écran (4:3)</PresentationFormat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FAD674BD6B7347A5ACBB57D23A9559B2_12</vt:lpwstr>
  </property>
  <property fmtid="{D5CDD505-2E9C-101B-9397-08002B2CF9AE}" pid="3" name="KSOProductBuildVer">
    <vt:lpwstr>2052-12.1.0.21171</vt:lpwstr>
  </property>
</Properties>
</file>