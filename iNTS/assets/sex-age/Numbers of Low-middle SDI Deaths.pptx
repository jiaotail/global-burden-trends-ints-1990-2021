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64216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68227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72239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76250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16222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20233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242447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28256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053009" y="5740088"/>
              <a:ext cx="114932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729603" y="5491728"/>
              <a:ext cx="47273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894461" y="5243367"/>
              <a:ext cx="30787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973509" y="4995007"/>
              <a:ext cx="22882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021354" y="4746647"/>
              <a:ext cx="18097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068680" y="4498286"/>
              <a:ext cx="13365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108724" y="4249926"/>
              <a:ext cx="9361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129526" y="4001566"/>
              <a:ext cx="7280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144608" y="3753206"/>
              <a:ext cx="5772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151889" y="3504845"/>
              <a:ext cx="5044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147208" y="3256485"/>
              <a:ext cx="5512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132127" y="3008125"/>
              <a:ext cx="7020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3124846" y="2759764"/>
              <a:ext cx="7748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123286" y="2511404"/>
              <a:ext cx="7904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138887" y="2263044"/>
              <a:ext cx="6344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159169" y="2014684"/>
              <a:ext cx="4316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175291" y="1766323"/>
              <a:ext cx="2704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189853" y="1517963"/>
              <a:ext cx="1248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197654" y="1269603"/>
              <a:ext cx="468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00774" y="1021243"/>
              <a:ext cx="156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02334" y="5740088"/>
              <a:ext cx="163245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202334" y="5491728"/>
              <a:ext cx="58506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202334" y="5243367"/>
              <a:ext cx="30423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202334" y="4995007"/>
              <a:ext cx="18618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202334" y="4746647"/>
              <a:ext cx="15393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202334" y="4498286"/>
              <a:ext cx="13833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202334" y="4249926"/>
              <a:ext cx="12169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202334" y="4001566"/>
              <a:ext cx="10141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202334" y="3753206"/>
              <a:ext cx="8424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202334" y="3504845"/>
              <a:ext cx="6708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202334" y="3256485"/>
              <a:ext cx="6188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202334" y="3008125"/>
              <a:ext cx="6916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202334" y="2759764"/>
              <a:ext cx="7280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202334" y="2511404"/>
              <a:ext cx="7176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202334" y="2263044"/>
              <a:ext cx="5980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202334" y="2014684"/>
              <a:ext cx="4160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202334" y="1766323"/>
              <a:ext cx="2392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202334" y="1517963"/>
              <a:ext cx="1092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202334" y="1269603"/>
              <a:ext cx="364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202334" y="1021243"/>
              <a:ext cx="104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1709920" y="579954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x75"/>
            <p:cNvSpPr/>
            <p:nvPr/>
          </p:nvSpPr>
          <p:spPr>
            <a:xfrm>
              <a:off x="2472286" y="555118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637144" y="530282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592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716193" y="505446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764038" y="480603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348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811363" y="455774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851408" y="430938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180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872210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887291" y="3814377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980344" y="3564305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889892" y="331594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874810" y="306751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867529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865969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881571" y="2324215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87625" y="2074075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3003747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18309" y="157913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3111882" y="132906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115002" y="1080634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4959551" y="5799479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3139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3912157" y="555118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1125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600137" y="530282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585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482084" y="505439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449841" y="480610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296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434239" y="455774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266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417597" y="430931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397315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380153" y="381266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362991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357791" y="331594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365071" y="306751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368712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367672" y="257079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55710" y="232250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306318" y="207414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288636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275635" y="157913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237164" y="1332485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3234564" y="108241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pl134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2162221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202334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4242447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5282561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2037910" y="6061805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tx159"/>
            <p:cNvSpPr/>
            <p:nvPr/>
          </p:nvSpPr>
          <p:spPr>
            <a:xfrm>
              <a:off x="3171256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tx160"/>
            <p:cNvSpPr/>
            <p:nvPr/>
          </p:nvSpPr>
          <p:spPr>
            <a:xfrm>
              <a:off x="4118136" y="6061805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tx161"/>
            <p:cNvSpPr/>
            <p:nvPr/>
          </p:nvSpPr>
          <p:spPr>
            <a:xfrm>
              <a:off x="5158250" y="6061805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tx162"/>
            <p:cNvSpPr/>
            <p:nvPr/>
          </p:nvSpPr>
          <p:spPr>
            <a:xfrm>
              <a:off x="2411841" y="6198468"/>
              <a:ext cx="1521829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Low-middle 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rc164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tx165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rc166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69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tx170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2" name="tx171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WPS 演示</Application>
  <PresentationFormat>Présentation à l'écran (4:3)</PresentationFormat>
  <Paragraphs>138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524A9C16008C42AB9EBAAAC15E637B0F_12</vt:lpwstr>
  </property>
  <property fmtid="{D5CDD505-2E9C-101B-9397-08002B2CF9AE}" pid="3" name="KSOProductBuildVer">
    <vt:lpwstr>2052-12.1.0.21171</vt:lpwstr>
  </property>
</Properties>
</file>