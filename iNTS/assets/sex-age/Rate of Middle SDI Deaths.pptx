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/>
        </p:nvGrpSpPr>
        <p:grpSpPr>
          <a:xfrm>
            <a:off x="30480" y="23495"/>
            <a:ext cx="9028430" cy="6506210"/>
            <a:chOff x="48" y="37"/>
            <a:chExt cx="14218" cy="10246"/>
          </a:xfrm>
        </p:grpSpPr>
        <p:grpSp>
          <p:nvGrpSpPr>
            <p:cNvPr id="3" name="组合 2"/>
            <p:cNvGrpSpPr/>
            <p:nvPr/>
          </p:nvGrpSpPr>
          <p:grpSpPr>
            <a:xfrm>
              <a:off x="48" y="37"/>
              <a:ext cx="14218" cy="10246"/>
              <a:chOff x="914400" y="914400"/>
              <a:chExt cx="5486400" cy="5819821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81982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66175" y="983989"/>
                <a:ext cx="4024973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66175" y="4629257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66175" y="320390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66175" y="177854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66175" y="5341936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66175" y="3916579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66175" y="2491222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66175" y="1065866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48572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68498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88424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208349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22827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48200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68126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8805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307977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32790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47829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6775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8768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4076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427531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4745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67382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8730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507233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527159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1485728" y="3831058"/>
                <a:ext cx="3785866" cy="1368342"/>
              </a:xfrm>
              <a:custGeom>
                <a:avLst/>
                <a:gdLst/>
                <a:ahLst/>
                <a:cxnLst/>
                <a:pathLst>
                  <a:path w="3785866" h="1368342">
                    <a:moveTo>
                      <a:pt x="0" y="0"/>
                    </a:moveTo>
                    <a:lnTo>
                      <a:pt x="199256" y="855214"/>
                    </a:lnTo>
                    <a:lnTo>
                      <a:pt x="398512" y="1083271"/>
                    </a:lnTo>
                    <a:lnTo>
                      <a:pt x="597768" y="1197299"/>
                    </a:lnTo>
                    <a:lnTo>
                      <a:pt x="797024" y="1254313"/>
                    </a:lnTo>
                    <a:lnTo>
                      <a:pt x="996280" y="1311328"/>
                    </a:lnTo>
                    <a:lnTo>
                      <a:pt x="1195536" y="1368342"/>
                    </a:lnTo>
                    <a:lnTo>
                      <a:pt x="1394792" y="1368342"/>
                    </a:lnTo>
                    <a:lnTo>
                      <a:pt x="1594049" y="1368342"/>
                    </a:lnTo>
                    <a:lnTo>
                      <a:pt x="1793305" y="1368342"/>
                    </a:lnTo>
                    <a:lnTo>
                      <a:pt x="1992561" y="1339835"/>
                    </a:lnTo>
                    <a:lnTo>
                      <a:pt x="2191817" y="1254313"/>
                    </a:lnTo>
                    <a:lnTo>
                      <a:pt x="2391073" y="1111778"/>
                    </a:lnTo>
                    <a:lnTo>
                      <a:pt x="2590329" y="997749"/>
                    </a:lnTo>
                    <a:lnTo>
                      <a:pt x="2789585" y="912228"/>
                    </a:lnTo>
                    <a:lnTo>
                      <a:pt x="2988841" y="826706"/>
                    </a:lnTo>
                    <a:lnTo>
                      <a:pt x="3188098" y="741185"/>
                    </a:lnTo>
                    <a:lnTo>
                      <a:pt x="3387354" y="684171"/>
                    </a:lnTo>
                    <a:lnTo>
                      <a:pt x="3586610" y="513128"/>
                    </a:lnTo>
                    <a:lnTo>
                      <a:pt x="3785866" y="313578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1485728" y="3260915"/>
                <a:ext cx="3785866" cy="1938485"/>
              </a:xfrm>
              <a:custGeom>
                <a:avLst/>
                <a:gdLst/>
                <a:ahLst/>
                <a:cxnLst/>
                <a:pathLst>
                  <a:path w="3785866" h="1938485">
                    <a:moveTo>
                      <a:pt x="0" y="0"/>
                    </a:moveTo>
                    <a:lnTo>
                      <a:pt x="199256" y="1254313"/>
                    </a:lnTo>
                    <a:lnTo>
                      <a:pt x="398512" y="1624906"/>
                    </a:lnTo>
                    <a:lnTo>
                      <a:pt x="597768" y="1795949"/>
                    </a:lnTo>
                    <a:lnTo>
                      <a:pt x="797024" y="1852963"/>
                    </a:lnTo>
                    <a:lnTo>
                      <a:pt x="996280" y="1852963"/>
                    </a:lnTo>
                    <a:lnTo>
                      <a:pt x="1195536" y="1909977"/>
                    </a:lnTo>
                    <a:lnTo>
                      <a:pt x="1394792" y="1909977"/>
                    </a:lnTo>
                    <a:lnTo>
                      <a:pt x="1594049" y="1909977"/>
                    </a:lnTo>
                    <a:lnTo>
                      <a:pt x="1793305" y="1938485"/>
                    </a:lnTo>
                    <a:lnTo>
                      <a:pt x="1992561" y="1909977"/>
                    </a:lnTo>
                    <a:lnTo>
                      <a:pt x="2191817" y="1852963"/>
                    </a:lnTo>
                    <a:lnTo>
                      <a:pt x="2391073" y="1710428"/>
                    </a:lnTo>
                    <a:lnTo>
                      <a:pt x="2590329" y="1596399"/>
                    </a:lnTo>
                    <a:lnTo>
                      <a:pt x="2789585" y="1510878"/>
                    </a:lnTo>
                    <a:lnTo>
                      <a:pt x="2988841" y="1368342"/>
                    </a:lnTo>
                    <a:lnTo>
                      <a:pt x="3188098" y="1282821"/>
                    </a:lnTo>
                    <a:lnTo>
                      <a:pt x="3387354" y="1111778"/>
                    </a:lnTo>
                    <a:lnTo>
                      <a:pt x="3586610" y="855214"/>
                    </a:lnTo>
                    <a:lnTo>
                      <a:pt x="3785866" y="769692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t35"/>
              <p:cNvSpPr/>
              <p:nvPr/>
            </p:nvSpPr>
            <p:spPr>
              <a:xfrm>
                <a:off x="1454127" y="379945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t36"/>
              <p:cNvSpPr/>
              <p:nvPr/>
            </p:nvSpPr>
            <p:spPr>
              <a:xfrm>
                <a:off x="1653383" y="465467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852639" y="488272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2051896" y="499675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2251152" y="505377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450408" y="511078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649664" y="516779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848920" y="516779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3048176" y="516779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3247432" y="516779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446688" y="51392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645945" y="505377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845201" y="491123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4044457" y="479720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4243713" y="471168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442969" y="462616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642225" y="454064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841481" y="448362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5040738" y="431258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5239994" y="411303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1454127" y="32293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1653383" y="448362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852639" y="485422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2051896" y="502526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2251152" y="508227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450408" y="508227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649664" y="51392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848920" y="51392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3048176" y="51392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3247432" y="516779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446688" y="51392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645945" y="508227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845201" y="493974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4044457" y="482571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4243713" y="47401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442969" y="459765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642225" y="451213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841481" y="43410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5040738" y="408452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5239994" y="399900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g75"/>
              <p:cNvSpPr/>
              <p:nvPr/>
            </p:nvSpPr>
            <p:spPr>
              <a:xfrm>
                <a:off x="1485728" y="1910281"/>
                <a:ext cx="3785866" cy="3373887"/>
              </a:xfrm>
              <a:custGeom>
                <a:avLst/>
                <a:gdLst/>
                <a:ahLst/>
                <a:cxnLst/>
                <a:pathLst>
                  <a:path w="3785866" h="3373887">
                    <a:moveTo>
                      <a:pt x="0" y="719687"/>
                    </a:moveTo>
                    <a:lnTo>
                      <a:pt x="199256" y="2148226"/>
                    </a:lnTo>
                    <a:lnTo>
                      <a:pt x="398512" y="2598951"/>
                    </a:lnTo>
                    <a:lnTo>
                      <a:pt x="597768" y="2720524"/>
                    </a:lnTo>
                    <a:lnTo>
                      <a:pt x="797024" y="2861149"/>
                    </a:lnTo>
                    <a:lnTo>
                      <a:pt x="996280" y="2985997"/>
                    </a:lnTo>
                    <a:lnTo>
                      <a:pt x="1195536" y="3113196"/>
                    </a:lnTo>
                    <a:lnTo>
                      <a:pt x="1394792" y="3191482"/>
                    </a:lnTo>
                    <a:lnTo>
                      <a:pt x="1594049" y="3201880"/>
                    </a:lnTo>
                    <a:lnTo>
                      <a:pt x="1793305" y="3191602"/>
                    </a:lnTo>
                    <a:lnTo>
                      <a:pt x="1992561" y="3135132"/>
                    </a:lnTo>
                    <a:lnTo>
                      <a:pt x="2191817" y="2987567"/>
                    </a:lnTo>
                    <a:lnTo>
                      <a:pt x="2391073" y="2705663"/>
                    </a:lnTo>
                    <a:lnTo>
                      <a:pt x="2590329" y="2553040"/>
                    </a:lnTo>
                    <a:lnTo>
                      <a:pt x="2789585" y="2358444"/>
                    </a:lnTo>
                    <a:lnTo>
                      <a:pt x="2988841" y="2175542"/>
                    </a:lnTo>
                    <a:lnTo>
                      <a:pt x="3188098" y="1916447"/>
                    </a:lnTo>
                    <a:lnTo>
                      <a:pt x="3387354" y="1734213"/>
                    </a:lnTo>
                    <a:lnTo>
                      <a:pt x="3586610" y="1088648"/>
                    </a:lnTo>
                    <a:lnTo>
                      <a:pt x="3785866" y="0"/>
                    </a:lnTo>
                    <a:lnTo>
                      <a:pt x="3785866" y="3340600"/>
                    </a:lnTo>
                    <a:lnTo>
                      <a:pt x="3586610" y="3182546"/>
                    </a:lnTo>
                    <a:lnTo>
                      <a:pt x="3387354" y="3109418"/>
                    </a:lnTo>
                    <a:lnTo>
                      <a:pt x="3188098" y="3109561"/>
                    </a:lnTo>
                    <a:lnTo>
                      <a:pt x="2988841" y="3102509"/>
                    </a:lnTo>
                    <a:lnTo>
                      <a:pt x="2789585" y="3139684"/>
                    </a:lnTo>
                    <a:lnTo>
                      <a:pt x="2590329" y="3193187"/>
                    </a:lnTo>
                    <a:lnTo>
                      <a:pt x="2391073" y="3240199"/>
                    </a:lnTo>
                    <a:lnTo>
                      <a:pt x="2191817" y="3304066"/>
                    </a:lnTo>
                    <a:lnTo>
                      <a:pt x="1992561" y="3344273"/>
                    </a:lnTo>
                    <a:lnTo>
                      <a:pt x="1793305" y="3364686"/>
                    </a:lnTo>
                    <a:lnTo>
                      <a:pt x="1594049" y="3368669"/>
                    </a:lnTo>
                    <a:lnTo>
                      <a:pt x="1394792" y="3373887"/>
                    </a:lnTo>
                    <a:lnTo>
                      <a:pt x="1195536" y="3369837"/>
                    </a:lnTo>
                    <a:lnTo>
                      <a:pt x="996280" y="3352065"/>
                    </a:lnTo>
                    <a:lnTo>
                      <a:pt x="797024" y="3327762"/>
                    </a:lnTo>
                    <a:lnTo>
                      <a:pt x="597768" y="3310934"/>
                    </a:lnTo>
                    <a:lnTo>
                      <a:pt x="398512" y="3255177"/>
                    </a:lnTo>
                    <a:lnTo>
                      <a:pt x="199256" y="3140066"/>
                    </a:lnTo>
                    <a:lnTo>
                      <a:pt x="0" y="2666650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7" name="pl76"/>
              <p:cNvSpPr/>
              <p:nvPr/>
            </p:nvSpPr>
            <p:spPr>
              <a:xfrm>
                <a:off x="1485728" y="1910281"/>
                <a:ext cx="3785866" cy="3201880"/>
              </a:xfrm>
              <a:custGeom>
                <a:avLst/>
                <a:gdLst/>
                <a:ahLst/>
                <a:cxnLst/>
                <a:pathLst>
                  <a:path w="3785866" h="3201880">
                    <a:moveTo>
                      <a:pt x="0" y="719687"/>
                    </a:moveTo>
                    <a:lnTo>
                      <a:pt x="199256" y="2148226"/>
                    </a:lnTo>
                    <a:lnTo>
                      <a:pt x="398512" y="2598951"/>
                    </a:lnTo>
                    <a:lnTo>
                      <a:pt x="597768" y="2720524"/>
                    </a:lnTo>
                    <a:lnTo>
                      <a:pt x="797024" y="2861149"/>
                    </a:lnTo>
                    <a:lnTo>
                      <a:pt x="996280" y="2985997"/>
                    </a:lnTo>
                    <a:lnTo>
                      <a:pt x="1195536" y="3113196"/>
                    </a:lnTo>
                    <a:lnTo>
                      <a:pt x="1394792" y="3191482"/>
                    </a:lnTo>
                    <a:lnTo>
                      <a:pt x="1594049" y="3201880"/>
                    </a:lnTo>
                    <a:lnTo>
                      <a:pt x="1793305" y="3191602"/>
                    </a:lnTo>
                    <a:lnTo>
                      <a:pt x="1992561" y="3135132"/>
                    </a:lnTo>
                    <a:lnTo>
                      <a:pt x="2191817" y="2987567"/>
                    </a:lnTo>
                    <a:lnTo>
                      <a:pt x="2391073" y="2705663"/>
                    </a:lnTo>
                    <a:lnTo>
                      <a:pt x="2590329" y="2553040"/>
                    </a:lnTo>
                    <a:lnTo>
                      <a:pt x="2789585" y="2358444"/>
                    </a:lnTo>
                    <a:lnTo>
                      <a:pt x="2988841" y="2175542"/>
                    </a:lnTo>
                    <a:lnTo>
                      <a:pt x="3188098" y="1916447"/>
                    </a:lnTo>
                    <a:lnTo>
                      <a:pt x="3387354" y="1734213"/>
                    </a:lnTo>
                    <a:lnTo>
                      <a:pt x="3586610" y="1088648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8" name="pl77"/>
              <p:cNvSpPr/>
              <p:nvPr/>
            </p:nvSpPr>
            <p:spPr>
              <a:xfrm>
                <a:off x="1485728" y="4576932"/>
                <a:ext cx="3785866" cy="707237"/>
              </a:xfrm>
              <a:custGeom>
                <a:avLst/>
                <a:gdLst/>
                <a:ahLst/>
                <a:cxnLst/>
                <a:pathLst>
                  <a:path w="3785866" h="707237">
                    <a:moveTo>
                      <a:pt x="3785866" y="673950"/>
                    </a:moveTo>
                    <a:lnTo>
                      <a:pt x="3586610" y="515895"/>
                    </a:lnTo>
                    <a:lnTo>
                      <a:pt x="3387354" y="442768"/>
                    </a:lnTo>
                    <a:lnTo>
                      <a:pt x="3188098" y="442910"/>
                    </a:lnTo>
                    <a:lnTo>
                      <a:pt x="2988841" y="435858"/>
                    </a:lnTo>
                    <a:lnTo>
                      <a:pt x="2789585" y="473033"/>
                    </a:lnTo>
                    <a:lnTo>
                      <a:pt x="2590329" y="526536"/>
                    </a:lnTo>
                    <a:lnTo>
                      <a:pt x="2391073" y="573548"/>
                    </a:lnTo>
                    <a:lnTo>
                      <a:pt x="2191817" y="637415"/>
                    </a:lnTo>
                    <a:lnTo>
                      <a:pt x="1992561" y="677623"/>
                    </a:lnTo>
                    <a:lnTo>
                      <a:pt x="1793305" y="698035"/>
                    </a:lnTo>
                    <a:lnTo>
                      <a:pt x="1594049" y="702019"/>
                    </a:lnTo>
                    <a:lnTo>
                      <a:pt x="1394792" y="707237"/>
                    </a:lnTo>
                    <a:lnTo>
                      <a:pt x="1195536" y="703187"/>
                    </a:lnTo>
                    <a:lnTo>
                      <a:pt x="996280" y="685415"/>
                    </a:lnTo>
                    <a:lnTo>
                      <a:pt x="797024" y="661112"/>
                    </a:lnTo>
                    <a:lnTo>
                      <a:pt x="597768" y="644284"/>
                    </a:lnTo>
                    <a:lnTo>
                      <a:pt x="398512" y="588526"/>
                    </a:lnTo>
                    <a:lnTo>
                      <a:pt x="199256" y="473415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9" name="pg78"/>
              <p:cNvSpPr/>
              <p:nvPr/>
            </p:nvSpPr>
            <p:spPr>
              <a:xfrm>
                <a:off x="1485728" y="1700685"/>
                <a:ext cx="3785866" cy="3563502"/>
              </a:xfrm>
              <a:custGeom>
                <a:avLst/>
                <a:gdLst/>
                <a:ahLst/>
                <a:cxnLst/>
                <a:pathLst>
                  <a:path w="3785866" h="3563502">
                    <a:moveTo>
                      <a:pt x="0" y="774"/>
                    </a:moveTo>
                    <a:lnTo>
                      <a:pt x="199256" y="2110847"/>
                    </a:lnTo>
                    <a:lnTo>
                      <a:pt x="398512" y="2772631"/>
                    </a:lnTo>
                    <a:lnTo>
                      <a:pt x="597768" y="3069000"/>
                    </a:lnTo>
                    <a:lnTo>
                      <a:pt x="797024" y="3133047"/>
                    </a:lnTo>
                    <a:lnTo>
                      <a:pt x="996280" y="3179065"/>
                    </a:lnTo>
                    <a:lnTo>
                      <a:pt x="1195536" y="3257202"/>
                    </a:lnTo>
                    <a:lnTo>
                      <a:pt x="1394792" y="3332477"/>
                    </a:lnTo>
                    <a:lnTo>
                      <a:pt x="1594049" y="3353827"/>
                    </a:lnTo>
                    <a:lnTo>
                      <a:pt x="1793305" y="3370853"/>
                    </a:lnTo>
                    <a:lnTo>
                      <a:pt x="1992561" y="3320553"/>
                    </a:lnTo>
                    <a:lnTo>
                      <a:pt x="2191817" y="3229761"/>
                    </a:lnTo>
                    <a:lnTo>
                      <a:pt x="2391073" y="2980760"/>
                    </a:lnTo>
                    <a:lnTo>
                      <a:pt x="2590329" y="2778871"/>
                    </a:lnTo>
                    <a:lnTo>
                      <a:pt x="2789585" y="2598422"/>
                    </a:lnTo>
                    <a:lnTo>
                      <a:pt x="2988841" y="2382319"/>
                    </a:lnTo>
                    <a:lnTo>
                      <a:pt x="3188098" y="2097758"/>
                    </a:lnTo>
                    <a:lnTo>
                      <a:pt x="3387354" y="1690873"/>
                    </a:lnTo>
                    <a:lnTo>
                      <a:pt x="3586610" y="892649"/>
                    </a:lnTo>
                    <a:lnTo>
                      <a:pt x="3785866" y="0"/>
                    </a:lnTo>
                    <a:lnTo>
                      <a:pt x="3785866" y="3465306"/>
                    </a:lnTo>
                    <a:lnTo>
                      <a:pt x="3586610" y="3319251"/>
                    </a:lnTo>
                    <a:lnTo>
                      <a:pt x="3387354" y="3279948"/>
                    </a:lnTo>
                    <a:lnTo>
                      <a:pt x="3188098" y="3313113"/>
                    </a:lnTo>
                    <a:lnTo>
                      <a:pt x="2988841" y="3302840"/>
                    </a:lnTo>
                    <a:lnTo>
                      <a:pt x="2789585" y="3369575"/>
                    </a:lnTo>
                    <a:lnTo>
                      <a:pt x="2590329" y="3421417"/>
                    </a:lnTo>
                    <a:lnTo>
                      <a:pt x="2391073" y="3458777"/>
                    </a:lnTo>
                    <a:lnTo>
                      <a:pt x="2191817" y="3521566"/>
                    </a:lnTo>
                    <a:lnTo>
                      <a:pt x="1992561" y="3547491"/>
                    </a:lnTo>
                    <a:lnTo>
                      <a:pt x="1793305" y="3562857"/>
                    </a:lnTo>
                    <a:lnTo>
                      <a:pt x="1594049" y="3562236"/>
                    </a:lnTo>
                    <a:lnTo>
                      <a:pt x="1394792" y="3562454"/>
                    </a:lnTo>
                    <a:lnTo>
                      <a:pt x="1195536" y="3563502"/>
                    </a:lnTo>
                    <a:lnTo>
                      <a:pt x="996280" y="3556218"/>
                    </a:lnTo>
                    <a:lnTo>
                      <a:pt x="797024" y="3550308"/>
                    </a:lnTo>
                    <a:lnTo>
                      <a:pt x="597768" y="3532082"/>
                    </a:lnTo>
                    <a:lnTo>
                      <a:pt x="398512" y="3455728"/>
                    </a:lnTo>
                    <a:lnTo>
                      <a:pt x="199256" y="3274127"/>
                    </a:lnTo>
                    <a:lnTo>
                      <a:pt x="0" y="2604601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485728" y="1700685"/>
                <a:ext cx="3785866" cy="3370853"/>
              </a:xfrm>
              <a:custGeom>
                <a:avLst/>
                <a:gdLst/>
                <a:ahLst/>
                <a:cxnLst/>
                <a:pathLst>
                  <a:path w="3785866" h="3370853">
                    <a:moveTo>
                      <a:pt x="0" y="774"/>
                    </a:moveTo>
                    <a:lnTo>
                      <a:pt x="199256" y="2110847"/>
                    </a:lnTo>
                    <a:lnTo>
                      <a:pt x="398512" y="2772631"/>
                    </a:lnTo>
                    <a:lnTo>
                      <a:pt x="597768" y="3069000"/>
                    </a:lnTo>
                    <a:lnTo>
                      <a:pt x="797024" y="3133047"/>
                    </a:lnTo>
                    <a:lnTo>
                      <a:pt x="996280" y="3179065"/>
                    </a:lnTo>
                    <a:lnTo>
                      <a:pt x="1195536" y="3257202"/>
                    </a:lnTo>
                    <a:lnTo>
                      <a:pt x="1394792" y="3332477"/>
                    </a:lnTo>
                    <a:lnTo>
                      <a:pt x="1594049" y="3353827"/>
                    </a:lnTo>
                    <a:lnTo>
                      <a:pt x="1793305" y="3370853"/>
                    </a:lnTo>
                    <a:lnTo>
                      <a:pt x="1992561" y="3320553"/>
                    </a:lnTo>
                    <a:lnTo>
                      <a:pt x="2191817" y="3229761"/>
                    </a:lnTo>
                    <a:lnTo>
                      <a:pt x="2391073" y="2980760"/>
                    </a:lnTo>
                    <a:lnTo>
                      <a:pt x="2590329" y="2778871"/>
                    </a:lnTo>
                    <a:lnTo>
                      <a:pt x="2789585" y="2598422"/>
                    </a:lnTo>
                    <a:lnTo>
                      <a:pt x="2988841" y="2382319"/>
                    </a:lnTo>
                    <a:lnTo>
                      <a:pt x="3188098" y="2097758"/>
                    </a:lnTo>
                    <a:lnTo>
                      <a:pt x="3387354" y="1690873"/>
                    </a:lnTo>
                    <a:lnTo>
                      <a:pt x="3586610" y="892649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485728" y="4305287"/>
                <a:ext cx="3785866" cy="958901"/>
              </a:xfrm>
              <a:custGeom>
                <a:avLst/>
                <a:gdLst/>
                <a:ahLst/>
                <a:cxnLst/>
                <a:pathLst>
                  <a:path w="3785866" h="958901">
                    <a:moveTo>
                      <a:pt x="3785866" y="860705"/>
                    </a:moveTo>
                    <a:lnTo>
                      <a:pt x="3586610" y="714649"/>
                    </a:lnTo>
                    <a:lnTo>
                      <a:pt x="3387354" y="675347"/>
                    </a:lnTo>
                    <a:lnTo>
                      <a:pt x="3188098" y="708511"/>
                    </a:lnTo>
                    <a:lnTo>
                      <a:pt x="2988841" y="698239"/>
                    </a:lnTo>
                    <a:lnTo>
                      <a:pt x="2789585" y="764973"/>
                    </a:lnTo>
                    <a:lnTo>
                      <a:pt x="2590329" y="816816"/>
                    </a:lnTo>
                    <a:lnTo>
                      <a:pt x="2391073" y="854176"/>
                    </a:lnTo>
                    <a:lnTo>
                      <a:pt x="2191817" y="916965"/>
                    </a:lnTo>
                    <a:lnTo>
                      <a:pt x="1992561" y="942890"/>
                    </a:lnTo>
                    <a:lnTo>
                      <a:pt x="1793305" y="958256"/>
                    </a:lnTo>
                    <a:lnTo>
                      <a:pt x="1594049" y="957635"/>
                    </a:lnTo>
                    <a:lnTo>
                      <a:pt x="1394792" y="957853"/>
                    </a:lnTo>
                    <a:lnTo>
                      <a:pt x="1195536" y="958901"/>
                    </a:lnTo>
                    <a:lnTo>
                      <a:pt x="996280" y="951617"/>
                    </a:lnTo>
                    <a:lnTo>
                      <a:pt x="797024" y="945707"/>
                    </a:lnTo>
                    <a:lnTo>
                      <a:pt x="597768" y="927481"/>
                    </a:lnTo>
                    <a:lnTo>
                      <a:pt x="398512" y="851127"/>
                    </a:lnTo>
                    <a:lnTo>
                      <a:pt x="199256" y="669526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tx81"/>
              <p:cNvSpPr/>
              <p:nvPr/>
            </p:nvSpPr>
            <p:spPr>
              <a:xfrm>
                <a:off x="1241389" y="5300244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3" name="tx82"/>
              <p:cNvSpPr/>
              <p:nvPr/>
            </p:nvSpPr>
            <p:spPr>
              <a:xfrm>
                <a:off x="1148183" y="3874887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4" name="tx83"/>
              <p:cNvSpPr/>
              <p:nvPr/>
            </p:nvSpPr>
            <p:spPr>
              <a:xfrm>
                <a:off x="1241389" y="2450895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1024174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pl85"/>
              <p:cNvSpPr/>
              <p:nvPr/>
            </p:nvSpPr>
            <p:spPr>
              <a:xfrm>
                <a:off x="1331380" y="534193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7" name="pl86"/>
              <p:cNvSpPr/>
              <p:nvPr/>
            </p:nvSpPr>
            <p:spPr>
              <a:xfrm>
                <a:off x="1331380" y="3916579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8" name="pl87"/>
              <p:cNvSpPr/>
              <p:nvPr/>
            </p:nvSpPr>
            <p:spPr>
              <a:xfrm>
                <a:off x="1331380" y="2491222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31380" y="106586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48572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68498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88424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208349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22827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48200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68126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8805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307977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32790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47829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6775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8768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4076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427531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4745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67382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8730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507233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527159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tx109"/>
              <p:cNvSpPr/>
              <p:nvPr/>
            </p:nvSpPr>
            <p:spPr>
              <a:xfrm>
                <a:off x="1422018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1" name="tx110"/>
              <p:cNvSpPr/>
              <p:nvPr/>
            </p:nvSpPr>
            <p:spPr>
              <a:xfrm>
                <a:off x="1604220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174132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94057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213983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233908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538346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737602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93685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313611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333537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5346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7338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93313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413239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433165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5309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73016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92941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5176806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254378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c131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3" name="tx132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pl134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6" name="pt135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7" name="rc136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8" name="pl137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pt138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tx139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tx140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2" name="文本框 141"/>
            <p:cNvSpPr txBox="1"/>
            <p:nvPr/>
          </p:nvSpPr>
          <p:spPr>
            <a:xfrm>
              <a:off x="5660" y="9522"/>
              <a:ext cx="219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Middle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68FEBD99479A49C7A78A860E019FC9F3_12</vt:lpwstr>
  </property>
  <property fmtid="{D5CDD505-2E9C-101B-9397-08002B2CF9AE}" pid="3" name="KSOProductBuildVer">
    <vt:lpwstr>2052-12.1.0.21541</vt:lpwstr>
  </property>
</Properties>
</file>