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5560" y="5715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1944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7790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83635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99480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09867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5712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41558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053009" y="5740088"/>
              <a:ext cx="120411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855875" y="5491728"/>
              <a:ext cx="40125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3058442" y="5243367"/>
              <a:ext cx="19868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3128679" y="4995007"/>
              <a:ext cx="12844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147157" y="4746647"/>
              <a:ext cx="10997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150366" y="4498286"/>
              <a:ext cx="10676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154953" y="4249926"/>
              <a:ext cx="10217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61325" y="4001566"/>
              <a:ext cx="9580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78748" y="3753206"/>
              <a:ext cx="7838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98430" y="3504845"/>
              <a:ext cx="5869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212273" y="3256485"/>
              <a:ext cx="4485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222896" y="3008125"/>
              <a:ext cx="342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231886" y="2759764"/>
              <a:ext cx="2524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238663" y="2511404"/>
              <a:ext cx="1846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244409" y="2263044"/>
              <a:ext cx="1271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48939" y="2014684"/>
              <a:ext cx="819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251881" y="1766323"/>
              <a:ext cx="524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254325" y="1517963"/>
              <a:ext cx="280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55982" y="1269603"/>
              <a:ext cx="114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56735" y="1021243"/>
              <a:ext cx="39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57129" y="5740088"/>
              <a:ext cx="157766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57129" y="5491728"/>
              <a:ext cx="50463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57129" y="5243367"/>
              <a:ext cx="24326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57129" y="4995007"/>
              <a:ext cx="15116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57129" y="4746647"/>
              <a:ext cx="12411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57129" y="4498286"/>
              <a:ext cx="11775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57129" y="4249926"/>
              <a:ext cx="11343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57129" y="4001566"/>
              <a:ext cx="10804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57129" y="3753206"/>
              <a:ext cx="9119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57129" y="3504845"/>
              <a:ext cx="693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57129" y="3256485"/>
              <a:ext cx="5201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57129" y="3008125"/>
              <a:ext cx="386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57129" y="2759764"/>
              <a:ext cx="2808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57129" y="2511404"/>
              <a:ext cx="2020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57129" y="2263044"/>
              <a:ext cx="1368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57129" y="2014684"/>
              <a:ext cx="850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57129" y="1766323"/>
              <a:ext cx="496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57129" y="1517963"/>
              <a:ext cx="239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57129" y="1269603"/>
              <a:ext cx="88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57129" y="1021243"/>
              <a:ext cx="24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1538376" y="5799479"/>
              <a:ext cx="46784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103942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tx74"/>
            <p:cNvSpPr/>
            <p:nvPr/>
          </p:nvSpPr>
          <p:spPr>
            <a:xfrm>
              <a:off x="2427015" y="555111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34637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629582" y="530282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17151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699819" y="5054466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11088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804068" y="480603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9493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807277" y="455774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9216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811865" y="430938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8820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818236" y="406102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8270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35659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6766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855341" y="356430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5067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869185" y="3315876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3872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879808" y="3067584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2955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888798" y="2819224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2179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95574" y="2570864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1594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901320" y="2322503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1098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91622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94565" y="1825714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2997009" y="1579134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84438" y="1329062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085191" y="108063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5021931" y="5799479"/>
              <a:ext cx="46784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136187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3917712" y="555111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43561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656342" y="530282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20999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564245" y="5054398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13049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537195" y="4806106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10714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530835" y="4557746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10165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495324" y="430938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9792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489937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9327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473082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7872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451233" y="356430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5986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433903" y="331594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420523" y="3067516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3335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409969" y="2820936"/>
              <a:ext cx="311898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2424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402092" y="2572575"/>
              <a:ext cx="311898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95570" y="2322503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1181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59201" y="207407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734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55668" y="182578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353096" y="157742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320389" y="1329062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19752" y="108241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pl133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209867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25712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441558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6"/>
            <p:cNvSpPr/>
            <p:nvPr/>
          </p:nvSpPr>
          <p:spPr>
            <a:xfrm>
              <a:off x="1941731" y="6061805"/>
              <a:ext cx="31388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1e+05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8" name="tx157"/>
            <p:cNvSpPr/>
            <p:nvPr/>
          </p:nvSpPr>
          <p:spPr>
            <a:xfrm>
              <a:off x="3226051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9" name="tx158"/>
            <p:cNvSpPr/>
            <p:nvPr/>
          </p:nvSpPr>
          <p:spPr>
            <a:xfrm>
              <a:off x="4258638" y="6061805"/>
              <a:ext cx="31388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1e+05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2426856" y="6237838"/>
              <a:ext cx="1677218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Global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rc161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tx162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rc163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4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5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6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tx167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tx168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WPS 演示</Application>
  <PresentationFormat>Présentation à l'écran (4:3)</PresentationFormat>
  <Paragraphs>136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1F4D438FD5F543A4A5F572DB3FD90198_12</vt:lpwstr>
  </property>
  <property fmtid="{D5CDD505-2E9C-101B-9397-08002B2CF9AE}" pid="3" name="KSOProductBuildVer">
    <vt:lpwstr>2052-12.1.0.21171</vt:lpwstr>
  </property>
</Properties>
</file>