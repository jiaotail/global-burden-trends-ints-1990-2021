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组合 143"/>
          <p:cNvGrpSpPr/>
          <p:nvPr/>
        </p:nvGrpSpPr>
        <p:grpSpPr>
          <a:xfrm>
            <a:off x="46990" y="46990"/>
            <a:ext cx="9028430" cy="6621780"/>
            <a:chOff x="74" y="74"/>
            <a:chExt cx="14218" cy="10428"/>
          </a:xfrm>
        </p:grpSpPr>
        <p:grpSp>
          <p:nvGrpSpPr>
            <p:cNvPr id="3" name="组合 2"/>
            <p:cNvGrpSpPr/>
            <p:nvPr/>
          </p:nvGrpSpPr>
          <p:grpSpPr>
            <a:xfrm>
              <a:off x="74" y="74"/>
              <a:ext cx="14218" cy="10429"/>
              <a:chOff x="914400" y="914400"/>
              <a:chExt cx="5486400" cy="5780146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78014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66175" y="983989"/>
                <a:ext cx="4024973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66175" y="5948046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66175" y="464784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66175" y="3347642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66175" y="2047440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66175" y="5297945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66175" y="3997743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66175" y="269754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66175" y="139733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48572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68498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88424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208349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2827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48200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68126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8805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307977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2790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47829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6775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8768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4076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27531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4745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67382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8730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507233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527159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1485728" y="4062753"/>
                <a:ext cx="3785866" cy="1170181"/>
              </a:xfrm>
              <a:custGeom>
                <a:avLst/>
                <a:gdLst/>
                <a:ahLst/>
                <a:cxnLst/>
                <a:pathLst>
                  <a:path w="3785866" h="1170181">
                    <a:moveTo>
                      <a:pt x="0" y="1170181"/>
                    </a:moveTo>
                    <a:lnTo>
                      <a:pt x="199256" y="1170181"/>
                    </a:lnTo>
                    <a:lnTo>
                      <a:pt x="398512" y="1170181"/>
                    </a:lnTo>
                    <a:lnTo>
                      <a:pt x="597768" y="1170181"/>
                    </a:lnTo>
                    <a:lnTo>
                      <a:pt x="797024" y="1170181"/>
                    </a:lnTo>
                    <a:lnTo>
                      <a:pt x="996280" y="1170181"/>
                    </a:lnTo>
                    <a:lnTo>
                      <a:pt x="1195536" y="1170181"/>
                    </a:lnTo>
                    <a:lnTo>
                      <a:pt x="1394792" y="1170181"/>
                    </a:lnTo>
                    <a:lnTo>
                      <a:pt x="1594049" y="1170181"/>
                    </a:lnTo>
                    <a:lnTo>
                      <a:pt x="1793305" y="1170181"/>
                    </a:lnTo>
                    <a:lnTo>
                      <a:pt x="1992561" y="1170181"/>
                    </a:lnTo>
                    <a:lnTo>
                      <a:pt x="2191817" y="1170181"/>
                    </a:lnTo>
                    <a:lnTo>
                      <a:pt x="2391073" y="1105171"/>
                    </a:lnTo>
                    <a:lnTo>
                      <a:pt x="2590329" y="1040161"/>
                    </a:lnTo>
                    <a:lnTo>
                      <a:pt x="2789585" y="1040161"/>
                    </a:lnTo>
                    <a:lnTo>
                      <a:pt x="2988841" y="975151"/>
                    </a:lnTo>
                    <a:lnTo>
                      <a:pt x="3188098" y="845131"/>
                    </a:lnTo>
                    <a:lnTo>
                      <a:pt x="3387354" y="650101"/>
                    </a:lnTo>
                    <a:lnTo>
                      <a:pt x="3586610" y="260040"/>
                    </a:lnTo>
                    <a:lnTo>
                      <a:pt x="3785866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1485728" y="2892571"/>
                <a:ext cx="3785866" cy="2340363"/>
              </a:xfrm>
              <a:custGeom>
                <a:avLst/>
                <a:gdLst/>
                <a:ahLst/>
                <a:cxnLst/>
                <a:pathLst>
                  <a:path w="3785866" h="2340363">
                    <a:moveTo>
                      <a:pt x="0" y="2275353"/>
                    </a:moveTo>
                    <a:lnTo>
                      <a:pt x="199256" y="2340363"/>
                    </a:lnTo>
                    <a:lnTo>
                      <a:pt x="398512" y="2340363"/>
                    </a:lnTo>
                    <a:lnTo>
                      <a:pt x="597768" y="2340363"/>
                    </a:lnTo>
                    <a:lnTo>
                      <a:pt x="797024" y="2340363"/>
                    </a:lnTo>
                    <a:lnTo>
                      <a:pt x="996280" y="2340363"/>
                    </a:lnTo>
                    <a:lnTo>
                      <a:pt x="1195536" y="2340363"/>
                    </a:lnTo>
                    <a:lnTo>
                      <a:pt x="1394792" y="2340363"/>
                    </a:lnTo>
                    <a:lnTo>
                      <a:pt x="1594049" y="2340363"/>
                    </a:lnTo>
                    <a:lnTo>
                      <a:pt x="1793305" y="2340363"/>
                    </a:lnTo>
                    <a:lnTo>
                      <a:pt x="1992561" y="2340363"/>
                    </a:lnTo>
                    <a:lnTo>
                      <a:pt x="2191817" y="2275353"/>
                    </a:lnTo>
                    <a:lnTo>
                      <a:pt x="2391073" y="2210343"/>
                    </a:lnTo>
                    <a:lnTo>
                      <a:pt x="2590329" y="2145333"/>
                    </a:lnTo>
                    <a:lnTo>
                      <a:pt x="2789585" y="2080323"/>
                    </a:lnTo>
                    <a:lnTo>
                      <a:pt x="2988841" y="1950303"/>
                    </a:lnTo>
                    <a:lnTo>
                      <a:pt x="3188098" y="1755272"/>
                    </a:lnTo>
                    <a:lnTo>
                      <a:pt x="3387354" y="1365212"/>
                    </a:lnTo>
                    <a:lnTo>
                      <a:pt x="3586610" y="650101"/>
                    </a:lnTo>
                    <a:lnTo>
                      <a:pt x="3785866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t36"/>
              <p:cNvSpPr/>
              <p:nvPr/>
            </p:nvSpPr>
            <p:spPr>
              <a:xfrm>
                <a:off x="1454127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653383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852639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2051896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251152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450408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649664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848920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3048176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247432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446688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645945" y="520133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845201" y="513632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4044457" y="507131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243713" y="507131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442969" y="500630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642225" y="487628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841481" y="468125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5040738" y="42911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5239994" y="403115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1454127" y="513632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653383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852639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2051896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251152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450408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649664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848920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3048176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247432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446688" y="52013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645945" y="513632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845201" y="507131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4044457" y="500630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243713" y="494129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442969" y="481127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642225" y="461624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841481" y="422618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5040738" y="351107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5239994" y="286097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g76"/>
              <p:cNvSpPr/>
              <p:nvPr/>
            </p:nvSpPr>
            <p:spPr>
              <a:xfrm>
                <a:off x="1485728" y="3418064"/>
                <a:ext cx="3785866" cy="1866104"/>
              </a:xfrm>
              <a:custGeom>
                <a:avLst/>
                <a:gdLst/>
                <a:ahLst/>
                <a:cxnLst/>
                <a:pathLst>
                  <a:path w="3785866" h="1866104">
                    <a:moveTo>
                      <a:pt x="0" y="1753862"/>
                    </a:moveTo>
                    <a:lnTo>
                      <a:pt x="199256" y="1772849"/>
                    </a:lnTo>
                    <a:lnTo>
                      <a:pt x="398512" y="1783610"/>
                    </a:lnTo>
                    <a:lnTo>
                      <a:pt x="597768" y="1795029"/>
                    </a:lnTo>
                    <a:lnTo>
                      <a:pt x="797024" y="1776723"/>
                    </a:lnTo>
                    <a:lnTo>
                      <a:pt x="996280" y="1790408"/>
                    </a:lnTo>
                    <a:lnTo>
                      <a:pt x="1195536" y="1801653"/>
                    </a:lnTo>
                    <a:lnTo>
                      <a:pt x="1394792" y="1804954"/>
                    </a:lnTo>
                    <a:lnTo>
                      <a:pt x="1594049" y="1803225"/>
                    </a:lnTo>
                    <a:lnTo>
                      <a:pt x="1793305" y="1796395"/>
                    </a:lnTo>
                    <a:lnTo>
                      <a:pt x="1992561" y="1780841"/>
                    </a:lnTo>
                    <a:lnTo>
                      <a:pt x="2191817" y="1739131"/>
                    </a:lnTo>
                    <a:lnTo>
                      <a:pt x="2391073" y="1668536"/>
                    </a:lnTo>
                    <a:lnTo>
                      <a:pt x="2590329" y="1592196"/>
                    </a:lnTo>
                    <a:lnTo>
                      <a:pt x="2789585" y="1575967"/>
                    </a:lnTo>
                    <a:lnTo>
                      <a:pt x="2988841" y="1449735"/>
                    </a:lnTo>
                    <a:lnTo>
                      <a:pt x="3188098" y="1280277"/>
                    </a:lnTo>
                    <a:lnTo>
                      <a:pt x="3387354" y="1034555"/>
                    </a:lnTo>
                    <a:lnTo>
                      <a:pt x="3586610" y="524602"/>
                    </a:lnTo>
                    <a:lnTo>
                      <a:pt x="3785866" y="0"/>
                    </a:lnTo>
                    <a:lnTo>
                      <a:pt x="3785866" y="1085580"/>
                    </a:lnTo>
                    <a:lnTo>
                      <a:pt x="3586610" y="1248573"/>
                    </a:lnTo>
                    <a:lnTo>
                      <a:pt x="3387354" y="1483775"/>
                    </a:lnTo>
                    <a:lnTo>
                      <a:pt x="3188098" y="1607919"/>
                    </a:lnTo>
                    <a:lnTo>
                      <a:pt x="2988841" y="1677700"/>
                    </a:lnTo>
                    <a:lnTo>
                      <a:pt x="2789585" y="1740490"/>
                    </a:lnTo>
                    <a:lnTo>
                      <a:pt x="2590329" y="1756779"/>
                    </a:lnTo>
                    <a:lnTo>
                      <a:pt x="2391073" y="1792685"/>
                    </a:lnTo>
                    <a:lnTo>
                      <a:pt x="2191817" y="1819864"/>
                    </a:lnTo>
                    <a:lnTo>
                      <a:pt x="1992561" y="1840622"/>
                    </a:lnTo>
                    <a:lnTo>
                      <a:pt x="1793305" y="1849506"/>
                    </a:lnTo>
                    <a:lnTo>
                      <a:pt x="1594049" y="1855952"/>
                    </a:lnTo>
                    <a:lnTo>
                      <a:pt x="1394792" y="1861126"/>
                    </a:lnTo>
                    <a:lnTo>
                      <a:pt x="1195536" y="1863739"/>
                    </a:lnTo>
                    <a:lnTo>
                      <a:pt x="996280" y="1862690"/>
                    </a:lnTo>
                    <a:lnTo>
                      <a:pt x="797024" y="1863970"/>
                    </a:lnTo>
                    <a:lnTo>
                      <a:pt x="597768" y="1866104"/>
                    </a:lnTo>
                    <a:lnTo>
                      <a:pt x="398512" y="1861528"/>
                    </a:lnTo>
                    <a:lnTo>
                      <a:pt x="199256" y="1856594"/>
                    </a:lnTo>
                    <a:lnTo>
                      <a:pt x="0" y="1826637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8" name="pl77"/>
              <p:cNvSpPr/>
              <p:nvPr/>
            </p:nvSpPr>
            <p:spPr>
              <a:xfrm>
                <a:off x="1485728" y="3418064"/>
                <a:ext cx="3785866" cy="1804954"/>
              </a:xfrm>
              <a:custGeom>
                <a:avLst/>
                <a:gdLst/>
                <a:ahLst/>
                <a:cxnLst/>
                <a:pathLst>
                  <a:path w="3785866" h="1804954">
                    <a:moveTo>
                      <a:pt x="0" y="1753862"/>
                    </a:moveTo>
                    <a:lnTo>
                      <a:pt x="199256" y="1772849"/>
                    </a:lnTo>
                    <a:lnTo>
                      <a:pt x="398512" y="1783610"/>
                    </a:lnTo>
                    <a:lnTo>
                      <a:pt x="597768" y="1795029"/>
                    </a:lnTo>
                    <a:lnTo>
                      <a:pt x="797024" y="1776723"/>
                    </a:lnTo>
                    <a:lnTo>
                      <a:pt x="996280" y="1790408"/>
                    </a:lnTo>
                    <a:lnTo>
                      <a:pt x="1195536" y="1801653"/>
                    </a:lnTo>
                    <a:lnTo>
                      <a:pt x="1394792" y="1804954"/>
                    </a:lnTo>
                    <a:lnTo>
                      <a:pt x="1594049" y="1803225"/>
                    </a:lnTo>
                    <a:lnTo>
                      <a:pt x="1793305" y="1796395"/>
                    </a:lnTo>
                    <a:lnTo>
                      <a:pt x="1992561" y="1780841"/>
                    </a:lnTo>
                    <a:lnTo>
                      <a:pt x="2191817" y="1739131"/>
                    </a:lnTo>
                    <a:lnTo>
                      <a:pt x="2391073" y="1668536"/>
                    </a:lnTo>
                    <a:lnTo>
                      <a:pt x="2590329" y="1592196"/>
                    </a:lnTo>
                    <a:lnTo>
                      <a:pt x="2789585" y="1575967"/>
                    </a:lnTo>
                    <a:lnTo>
                      <a:pt x="2988841" y="1449735"/>
                    </a:lnTo>
                    <a:lnTo>
                      <a:pt x="3188098" y="1280277"/>
                    </a:lnTo>
                    <a:lnTo>
                      <a:pt x="3387354" y="1034555"/>
                    </a:lnTo>
                    <a:lnTo>
                      <a:pt x="3586610" y="524602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9" name="pl78"/>
              <p:cNvSpPr/>
              <p:nvPr/>
            </p:nvSpPr>
            <p:spPr>
              <a:xfrm>
                <a:off x="1485728" y="4503645"/>
                <a:ext cx="3785866" cy="780524"/>
              </a:xfrm>
              <a:custGeom>
                <a:avLst/>
                <a:gdLst/>
                <a:ahLst/>
                <a:cxnLst/>
                <a:pathLst>
                  <a:path w="3785866" h="780524">
                    <a:moveTo>
                      <a:pt x="3785866" y="0"/>
                    </a:moveTo>
                    <a:lnTo>
                      <a:pt x="3586610" y="162993"/>
                    </a:lnTo>
                    <a:lnTo>
                      <a:pt x="3387354" y="398195"/>
                    </a:lnTo>
                    <a:lnTo>
                      <a:pt x="3188098" y="522338"/>
                    </a:lnTo>
                    <a:lnTo>
                      <a:pt x="2988841" y="592119"/>
                    </a:lnTo>
                    <a:lnTo>
                      <a:pt x="2789585" y="654909"/>
                    </a:lnTo>
                    <a:lnTo>
                      <a:pt x="2590329" y="671198"/>
                    </a:lnTo>
                    <a:lnTo>
                      <a:pt x="2391073" y="707105"/>
                    </a:lnTo>
                    <a:lnTo>
                      <a:pt x="2191817" y="734284"/>
                    </a:lnTo>
                    <a:lnTo>
                      <a:pt x="1992561" y="755042"/>
                    </a:lnTo>
                    <a:lnTo>
                      <a:pt x="1793305" y="763925"/>
                    </a:lnTo>
                    <a:lnTo>
                      <a:pt x="1594049" y="770372"/>
                    </a:lnTo>
                    <a:lnTo>
                      <a:pt x="1394792" y="775545"/>
                    </a:lnTo>
                    <a:lnTo>
                      <a:pt x="1195536" y="778159"/>
                    </a:lnTo>
                    <a:lnTo>
                      <a:pt x="996280" y="777110"/>
                    </a:lnTo>
                    <a:lnTo>
                      <a:pt x="797024" y="778390"/>
                    </a:lnTo>
                    <a:lnTo>
                      <a:pt x="597768" y="780524"/>
                    </a:lnTo>
                    <a:lnTo>
                      <a:pt x="398512" y="775948"/>
                    </a:lnTo>
                    <a:lnTo>
                      <a:pt x="199256" y="771014"/>
                    </a:lnTo>
                    <a:lnTo>
                      <a:pt x="0" y="741057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0" name="pg79"/>
              <p:cNvSpPr/>
              <p:nvPr/>
            </p:nvSpPr>
            <p:spPr>
              <a:xfrm>
                <a:off x="1485728" y="1700685"/>
                <a:ext cx="3785866" cy="3580360"/>
              </a:xfrm>
              <a:custGeom>
                <a:avLst/>
                <a:gdLst/>
                <a:ahLst/>
                <a:cxnLst/>
                <a:pathLst>
                  <a:path w="3785866" h="3580360">
                    <a:moveTo>
                      <a:pt x="0" y="3420467"/>
                    </a:moveTo>
                    <a:lnTo>
                      <a:pt x="199256" y="3478373"/>
                    </a:lnTo>
                    <a:lnTo>
                      <a:pt x="398512" y="3492133"/>
                    </a:lnTo>
                    <a:lnTo>
                      <a:pt x="597768" y="3492573"/>
                    </a:lnTo>
                    <a:lnTo>
                      <a:pt x="797024" y="3479536"/>
                    </a:lnTo>
                    <a:lnTo>
                      <a:pt x="996280" y="3484693"/>
                    </a:lnTo>
                    <a:lnTo>
                      <a:pt x="1195536" y="3496810"/>
                    </a:lnTo>
                    <a:lnTo>
                      <a:pt x="1394792" y="3509003"/>
                    </a:lnTo>
                    <a:lnTo>
                      <a:pt x="1594049" y="3502310"/>
                    </a:lnTo>
                    <a:lnTo>
                      <a:pt x="1793305" y="3501076"/>
                    </a:lnTo>
                    <a:lnTo>
                      <a:pt x="1992561" y="3470163"/>
                    </a:lnTo>
                    <a:lnTo>
                      <a:pt x="2191817" y="3416730"/>
                    </a:lnTo>
                    <a:lnTo>
                      <a:pt x="2391073" y="3320199"/>
                    </a:lnTo>
                    <a:lnTo>
                      <a:pt x="2590329" y="3204871"/>
                    </a:lnTo>
                    <a:lnTo>
                      <a:pt x="2789585" y="3166317"/>
                    </a:lnTo>
                    <a:lnTo>
                      <a:pt x="2988841" y="3014565"/>
                    </a:lnTo>
                    <a:lnTo>
                      <a:pt x="3188098" y="2767552"/>
                    </a:lnTo>
                    <a:lnTo>
                      <a:pt x="3387354" y="2265408"/>
                    </a:lnTo>
                    <a:lnTo>
                      <a:pt x="3586610" y="1248693"/>
                    </a:lnTo>
                    <a:lnTo>
                      <a:pt x="3785866" y="0"/>
                    </a:lnTo>
                    <a:lnTo>
                      <a:pt x="3785866" y="1983187"/>
                    </a:lnTo>
                    <a:lnTo>
                      <a:pt x="3586610" y="2259536"/>
                    </a:lnTo>
                    <a:lnTo>
                      <a:pt x="3387354" y="2807205"/>
                    </a:lnTo>
                    <a:lnTo>
                      <a:pt x="3188098" y="3118249"/>
                    </a:lnTo>
                    <a:lnTo>
                      <a:pt x="2988841" y="3247552"/>
                    </a:lnTo>
                    <a:lnTo>
                      <a:pt x="2789585" y="3362884"/>
                    </a:lnTo>
                    <a:lnTo>
                      <a:pt x="2590329" y="3420282"/>
                    </a:lnTo>
                    <a:lnTo>
                      <a:pt x="2391073" y="3470213"/>
                    </a:lnTo>
                    <a:lnTo>
                      <a:pt x="2191817" y="3514209"/>
                    </a:lnTo>
                    <a:lnTo>
                      <a:pt x="1992561" y="3535048"/>
                    </a:lnTo>
                    <a:lnTo>
                      <a:pt x="1793305" y="3558225"/>
                    </a:lnTo>
                    <a:lnTo>
                      <a:pt x="1594049" y="3561971"/>
                    </a:lnTo>
                    <a:lnTo>
                      <a:pt x="1394792" y="3572810"/>
                    </a:lnTo>
                    <a:lnTo>
                      <a:pt x="1195536" y="3571163"/>
                    </a:lnTo>
                    <a:lnTo>
                      <a:pt x="996280" y="3576122"/>
                    </a:lnTo>
                    <a:lnTo>
                      <a:pt x="797024" y="3574807"/>
                    </a:lnTo>
                    <a:lnTo>
                      <a:pt x="597768" y="3580360"/>
                    </a:lnTo>
                    <a:lnTo>
                      <a:pt x="398512" y="3578118"/>
                    </a:lnTo>
                    <a:lnTo>
                      <a:pt x="199256" y="3571662"/>
                    </a:lnTo>
                    <a:lnTo>
                      <a:pt x="0" y="3520685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485728" y="1700685"/>
                <a:ext cx="3785866" cy="3509003"/>
              </a:xfrm>
              <a:custGeom>
                <a:avLst/>
                <a:gdLst/>
                <a:ahLst/>
                <a:cxnLst/>
                <a:pathLst>
                  <a:path w="3785866" h="3509003">
                    <a:moveTo>
                      <a:pt x="0" y="3420467"/>
                    </a:moveTo>
                    <a:lnTo>
                      <a:pt x="199256" y="3478373"/>
                    </a:lnTo>
                    <a:lnTo>
                      <a:pt x="398512" y="3492133"/>
                    </a:lnTo>
                    <a:lnTo>
                      <a:pt x="597768" y="3492573"/>
                    </a:lnTo>
                    <a:lnTo>
                      <a:pt x="797024" y="3479536"/>
                    </a:lnTo>
                    <a:lnTo>
                      <a:pt x="996280" y="3484693"/>
                    </a:lnTo>
                    <a:lnTo>
                      <a:pt x="1195536" y="3496810"/>
                    </a:lnTo>
                    <a:lnTo>
                      <a:pt x="1394792" y="3509003"/>
                    </a:lnTo>
                    <a:lnTo>
                      <a:pt x="1594049" y="3502310"/>
                    </a:lnTo>
                    <a:lnTo>
                      <a:pt x="1793305" y="3501076"/>
                    </a:lnTo>
                    <a:lnTo>
                      <a:pt x="1992561" y="3470163"/>
                    </a:lnTo>
                    <a:lnTo>
                      <a:pt x="2191817" y="3416730"/>
                    </a:lnTo>
                    <a:lnTo>
                      <a:pt x="2391073" y="3320199"/>
                    </a:lnTo>
                    <a:lnTo>
                      <a:pt x="2590329" y="3204871"/>
                    </a:lnTo>
                    <a:lnTo>
                      <a:pt x="2789585" y="3166317"/>
                    </a:lnTo>
                    <a:lnTo>
                      <a:pt x="2988841" y="3014565"/>
                    </a:lnTo>
                    <a:lnTo>
                      <a:pt x="3188098" y="2767552"/>
                    </a:lnTo>
                    <a:lnTo>
                      <a:pt x="3387354" y="2265408"/>
                    </a:lnTo>
                    <a:lnTo>
                      <a:pt x="3586610" y="1248693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85728" y="3683873"/>
                <a:ext cx="3785866" cy="1597172"/>
              </a:xfrm>
              <a:custGeom>
                <a:avLst/>
                <a:gdLst/>
                <a:ahLst/>
                <a:cxnLst/>
                <a:pathLst>
                  <a:path w="3785866" h="1597172">
                    <a:moveTo>
                      <a:pt x="3785866" y="0"/>
                    </a:moveTo>
                    <a:lnTo>
                      <a:pt x="3586610" y="276348"/>
                    </a:lnTo>
                    <a:lnTo>
                      <a:pt x="3387354" y="824017"/>
                    </a:lnTo>
                    <a:lnTo>
                      <a:pt x="3188098" y="1135061"/>
                    </a:lnTo>
                    <a:lnTo>
                      <a:pt x="2988841" y="1264364"/>
                    </a:lnTo>
                    <a:lnTo>
                      <a:pt x="2789585" y="1379696"/>
                    </a:lnTo>
                    <a:lnTo>
                      <a:pt x="2590329" y="1437094"/>
                    </a:lnTo>
                    <a:lnTo>
                      <a:pt x="2391073" y="1487025"/>
                    </a:lnTo>
                    <a:lnTo>
                      <a:pt x="2191817" y="1531021"/>
                    </a:lnTo>
                    <a:lnTo>
                      <a:pt x="1992561" y="1551860"/>
                    </a:lnTo>
                    <a:lnTo>
                      <a:pt x="1793305" y="1575037"/>
                    </a:lnTo>
                    <a:lnTo>
                      <a:pt x="1594049" y="1578783"/>
                    </a:lnTo>
                    <a:lnTo>
                      <a:pt x="1394792" y="1589622"/>
                    </a:lnTo>
                    <a:lnTo>
                      <a:pt x="1195536" y="1587975"/>
                    </a:lnTo>
                    <a:lnTo>
                      <a:pt x="996280" y="1592934"/>
                    </a:lnTo>
                    <a:lnTo>
                      <a:pt x="797024" y="1591619"/>
                    </a:lnTo>
                    <a:lnTo>
                      <a:pt x="597768" y="1597172"/>
                    </a:lnTo>
                    <a:lnTo>
                      <a:pt x="398512" y="1594930"/>
                    </a:lnTo>
                    <a:lnTo>
                      <a:pt x="199256" y="1588474"/>
                    </a:lnTo>
                    <a:lnTo>
                      <a:pt x="0" y="1537498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tx82"/>
              <p:cNvSpPr/>
              <p:nvPr/>
            </p:nvSpPr>
            <p:spPr>
              <a:xfrm>
                <a:off x="1241389" y="5256253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4" name="tx83"/>
              <p:cNvSpPr/>
              <p:nvPr/>
            </p:nvSpPr>
            <p:spPr>
              <a:xfrm>
                <a:off x="1148183" y="3956051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0.2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2655849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tx85"/>
              <p:cNvSpPr/>
              <p:nvPr/>
            </p:nvSpPr>
            <p:spPr>
              <a:xfrm>
                <a:off x="1148183" y="1355647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0.6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pl86"/>
              <p:cNvSpPr/>
              <p:nvPr/>
            </p:nvSpPr>
            <p:spPr>
              <a:xfrm>
                <a:off x="1331380" y="529794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8" name="pl87"/>
              <p:cNvSpPr/>
              <p:nvPr/>
            </p:nvSpPr>
            <p:spPr>
              <a:xfrm>
                <a:off x="1331380" y="399774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31380" y="269754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331380" y="139733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48572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68498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88424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208349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2827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48200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68126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28805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307977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2790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47829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6775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38768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4076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27531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4745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67382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48730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507233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527159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tx110"/>
              <p:cNvSpPr/>
              <p:nvPr/>
            </p:nvSpPr>
            <p:spPr>
              <a:xfrm>
                <a:off x="1422018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1604220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74132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194057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213983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33908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538346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737602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293685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313611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33537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5346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7338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393313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413239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33165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5309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73016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492941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5176806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3254378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rc132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4" name="tx133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rc134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6" name="pl135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7" name="pt136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8" name="rc137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9" name="pl138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pt139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1" name="tx140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2" name="tx141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3" name="文本框 142"/>
            <p:cNvSpPr txBox="1"/>
            <p:nvPr/>
          </p:nvSpPr>
          <p:spPr>
            <a:xfrm>
              <a:off x="5540" y="9877"/>
              <a:ext cx="28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High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965A3021BCEB4C9E87878CE3F2196D0F_12</vt:lpwstr>
  </property>
  <property fmtid="{D5CDD505-2E9C-101B-9397-08002B2CF9AE}" pid="3" name="KSOProductBuildVer">
    <vt:lpwstr>2052-12.1.0.21541</vt:lpwstr>
  </property>
</Properties>
</file>