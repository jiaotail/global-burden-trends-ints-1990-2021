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组合 152"/>
          <p:cNvGrpSpPr/>
          <p:nvPr/>
        </p:nvGrpSpPr>
        <p:grpSpPr>
          <a:xfrm>
            <a:off x="143510" y="121920"/>
            <a:ext cx="8884920" cy="6555740"/>
            <a:chOff x="226" y="192"/>
            <a:chExt cx="13992" cy="10324"/>
          </a:xfrm>
        </p:grpSpPr>
        <p:grpSp>
          <p:nvGrpSpPr>
            <p:cNvPr id="3" name="组合 2"/>
            <p:cNvGrpSpPr/>
            <p:nvPr/>
          </p:nvGrpSpPr>
          <p:grpSpPr>
            <a:xfrm>
              <a:off x="226" y="192"/>
              <a:ext cx="13993" cy="10325"/>
              <a:chOff x="914400" y="914400"/>
              <a:chExt cx="5486400" cy="5688029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68802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35124" y="983989"/>
                <a:ext cx="4056024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35124" y="5801281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35124" y="4942088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35124" y="4082895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35124" y="3223703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35124" y="2364510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35124" y="1505317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35124" y="5371684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35124" y="4512492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335124" y="3653299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335124" y="2794106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335124" y="1934913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1335124" y="1075721"/>
                <a:ext cx="4056024" cy="0"/>
              </a:xfrm>
              <a:custGeom>
                <a:avLst/>
                <a:gdLst/>
                <a:ahLst/>
                <a:cxnLst/>
                <a:pathLst>
                  <a:path w="4056024">
                    <a:moveTo>
                      <a:pt x="0" y="0"/>
                    </a:moveTo>
                    <a:lnTo>
                      <a:pt x="4056024" y="0"/>
                    </a:lnTo>
                    <a:lnTo>
                      <a:pt x="4056024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145560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16563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185718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05798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22587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245956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266036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28611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0619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326274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346353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366432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386512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06591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426670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446749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466829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486908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l36"/>
              <p:cNvSpPr/>
              <p:nvPr/>
            </p:nvSpPr>
            <p:spPr>
              <a:xfrm>
                <a:off x="506987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l37"/>
              <p:cNvSpPr/>
              <p:nvPr/>
            </p:nvSpPr>
            <p:spPr>
              <a:xfrm>
                <a:off x="527067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l38"/>
              <p:cNvSpPr/>
              <p:nvPr/>
            </p:nvSpPr>
            <p:spPr>
              <a:xfrm>
                <a:off x="1455600" y="3078499"/>
                <a:ext cx="3815072" cy="2138530"/>
              </a:xfrm>
              <a:custGeom>
                <a:avLst/>
                <a:gdLst/>
                <a:ahLst/>
                <a:cxnLst/>
                <a:pathLst>
                  <a:path w="3815072" h="2138530">
                    <a:moveTo>
                      <a:pt x="0" y="0"/>
                    </a:moveTo>
                    <a:lnTo>
                      <a:pt x="200793" y="1366975"/>
                    </a:lnTo>
                    <a:lnTo>
                      <a:pt x="401586" y="1745020"/>
                    </a:lnTo>
                    <a:lnTo>
                      <a:pt x="602379" y="1890223"/>
                    </a:lnTo>
                    <a:lnTo>
                      <a:pt x="803173" y="1936620"/>
                    </a:lnTo>
                    <a:lnTo>
                      <a:pt x="1003966" y="1941775"/>
                    </a:lnTo>
                    <a:lnTo>
                      <a:pt x="1204759" y="1943493"/>
                    </a:lnTo>
                    <a:lnTo>
                      <a:pt x="1405552" y="1938338"/>
                    </a:lnTo>
                    <a:lnTo>
                      <a:pt x="1606346" y="1964114"/>
                    </a:lnTo>
                    <a:lnTo>
                      <a:pt x="1807139" y="2010510"/>
                    </a:lnTo>
                    <a:lnTo>
                      <a:pt x="2007932" y="2046597"/>
                    </a:lnTo>
                    <a:lnTo>
                      <a:pt x="2208726" y="2071513"/>
                    </a:lnTo>
                    <a:lnTo>
                      <a:pt x="2409519" y="2092134"/>
                    </a:lnTo>
                    <a:lnTo>
                      <a:pt x="2610312" y="2110177"/>
                    </a:lnTo>
                    <a:lnTo>
                      <a:pt x="2811105" y="2123924"/>
                    </a:lnTo>
                    <a:lnTo>
                      <a:pt x="3011899" y="2130797"/>
                    </a:lnTo>
                    <a:lnTo>
                      <a:pt x="3212692" y="2136812"/>
                    </a:lnTo>
                    <a:lnTo>
                      <a:pt x="3413485" y="2135093"/>
                    </a:lnTo>
                    <a:lnTo>
                      <a:pt x="3614279" y="2134234"/>
                    </a:lnTo>
                    <a:lnTo>
                      <a:pt x="3815072" y="213853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l39"/>
              <p:cNvSpPr/>
              <p:nvPr/>
            </p:nvSpPr>
            <p:spPr>
              <a:xfrm>
                <a:off x="1455600" y="2533771"/>
                <a:ext cx="3815072" cy="2659201"/>
              </a:xfrm>
              <a:custGeom>
                <a:avLst/>
                <a:gdLst/>
                <a:ahLst/>
                <a:cxnLst/>
                <a:pathLst>
                  <a:path w="3815072" h="2659201">
                    <a:moveTo>
                      <a:pt x="0" y="0"/>
                    </a:moveTo>
                    <a:lnTo>
                      <a:pt x="200793" y="1723540"/>
                    </a:lnTo>
                    <a:lnTo>
                      <a:pt x="401586" y="2192659"/>
                    </a:lnTo>
                    <a:lnTo>
                      <a:pt x="602379" y="2379104"/>
                    </a:lnTo>
                    <a:lnTo>
                      <a:pt x="803173" y="2442684"/>
                    </a:lnTo>
                    <a:lnTo>
                      <a:pt x="1003966" y="2455572"/>
                    </a:lnTo>
                    <a:lnTo>
                      <a:pt x="1204759" y="2457291"/>
                    </a:lnTo>
                    <a:lnTo>
                      <a:pt x="1405552" y="2447840"/>
                    </a:lnTo>
                    <a:lnTo>
                      <a:pt x="1606346" y="2463305"/>
                    </a:lnTo>
                    <a:lnTo>
                      <a:pt x="1807139" y="2512279"/>
                    </a:lnTo>
                    <a:lnTo>
                      <a:pt x="2007932" y="2562112"/>
                    </a:lnTo>
                    <a:lnTo>
                      <a:pt x="2208726" y="2598198"/>
                    </a:lnTo>
                    <a:lnTo>
                      <a:pt x="2409519" y="2622256"/>
                    </a:lnTo>
                    <a:lnTo>
                      <a:pt x="2610312" y="2640299"/>
                    </a:lnTo>
                    <a:lnTo>
                      <a:pt x="2811105" y="2649750"/>
                    </a:lnTo>
                    <a:lnTo>
                      <a:pt x="3011899" y="2653187"/>
                    </a:lnTo>
                    <a:lnTo>
                      <a:pt x="3212692" y="2653187"/>
                    </a:lnTo>
                    <a:lnTo>
                      <a:pt x="3413485" y="2646313"/>
                    </a:lnTo>
                    <a:lnTo>
                      <a:pt x="3614279" y="2639440"/>
                    </a:lnTo>
                    <a:lnTo>
                      <a:pt x="3815072" y="2659201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1423999" y="304689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1624792" y="441387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1825586" y="479191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026379" y="493712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2227172" y="498351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2427965" y="498867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2628759" y="49903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2829552" y="498523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030345" y="501101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3231139" y="505740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3431932" y="509349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3632725" y="511841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3833518" y="513903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034312" y="515707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4235105" y="517082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4435898" y="517769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4636692" y="5183710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4837485" y="51819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5038278" y="518113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5239071" y="518542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1423999" y="250217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1624792" y="422571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1825586" y="469482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026379" y="488127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2227172" y="494485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2427965" y="495774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2628759" y="495946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2829552" y="495001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030345" y="496547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3231139" y="50144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3431932" y="506428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3632725" y="510036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3833518" y="512442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034312" y="514246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4235105" y="515192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4435898" y="515535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t76"/>
              <p:cNvSpPr/>
              <p:nvPr/>
            </p:nvSpPr>
            <p:spPr>
              <a:xfrm>
                <a:off x="4636692" y="5155357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8" name="pt77"/>
              <p:cNvSpPr/>
              <p:nvPr/>
            </p:nvSpPr>
            <p:spPr>
              <a:xfrm>
                <a:off x="4837485" y="5148483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9" name="pt78"/>
              <p:cNvSpPr/>
              <p:nvPr/>
            </p:nvSpPr>
            <p:spPr>
              <a:xfrm>
                <a:off x="5038278" y="5141610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0" name="pt79"/>
              <p:cNvSpPr/>
              <p:nvPr/>
            </p:nvSpPr>
            <p:spPr>
              <a:xfrm>
                <a:off x="5239071" y="516137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1" name="pg80"/>
              <p:cNvSpPr/>
              <p:nvPr/>
            </p:nvSpPr>
            <p:spPr>
              <a:xfrm>
                <a:off x="1455600" y="2394987"/>
                <a:ext cx="3815072" cy="2889182"/>
              </a:xfrm>
              <a:custGeom>
                <a:avLst/>
                <a:gdLst/>
                <a:ahLst/>
                <a:cxnLst/>
                <a:pathLst>
                  <a:path w="3815072" h="2889182">
                    <a:moveTo>
                      <a:pt x="0" y="0"/>
                    </a:moveTo>
                    <a:lnTo>
                      <a:pt x="200793" y="1638107"/>
                    </a:lnTo>
                    <a:lnTo>
                      <a:pt x="401586" y="2132458"/>
                    </a:lnTo>
                    <a:lnTo>
                      <a:pt x="602379" y="2371277"/>
                    </a:lnTo>
                    <a:lnTo>
                      <a:pt x="803173" y="2447125"/>
                    </a:lnTo>
                    <a:lnTo>
                      <a:pt x="1003966" y="2485509"/>
                    </a:lnTo>
                    <a:lnTo>
                      <a:pt x="1204759" y="2484861"/>
                    </a:lnTo>
                    <a:lnTo>
                      <a:pt x="1405552" y="2466337"/>
                    </a:lnTo>
                    <a:lnTo>
                      <a:pt x="1606346" y="2501124"/>
                    </a:lnTo>
                    <a:lnTo>
                      <a:pt x="1807139" y="2572194"/>
                    </a:lnTo>
                    <a:lnTo>
                      <a:pt x="2007932" y="2616014"/>
                    </a:lnTo>
                    <a:lnTo>
                      <a:pt x="2208726" y="2667004"/>
                    </a:lnTo>
                    <a:lnTo>
                      <a:pt x="2409519" y="2679123"/>
                    </a:lnTo>
                    <a:lnTo>
                      <a:pt x="2610312" y="2696748"/>
                    </a:lnTo>
                    <a:lnTo>
                      <a:pt x="2811105" y="2712480"/>
                    </a:lnTo>
                    <a:lnTo>
                      <a:pt x="3011899" y="2742405"/>
                    </a:lnTo>
                    <a:lnTo>
                      <a:pt x="3212692" y="2747654"/>
                    </a:lnTo>
                    <a:lnTo>
                      <a:pt x="3413485" y="2752635"/>
                    </a:lnTo>
                    <a:lnTo>
                      <a:pt x="3614279" y="2742191"/>
                    </a:lnTo>
                    <a:lnTo>
                      <a:pt x="3815072" y="2731205"/>
                    </a:lnTo>
                    <a:lnTo>
                      <a:pt x="3815072" y="2889182"/>
                    </a:lnTo>
                    <a:lnTo>
                      <a:pt x="3614279" y="2871621"/>
                    </a:lnTo>
                    <a:lnTo>
                      <a:pt x="3413485" y="2870955"/>
                    </a:lnTo>
                    <a:lnTo>
                      <a:pt x="3212692" y="2883599"/>
                    </a:lnTo>
                    <a:lnTo>
                      <a:pt x="3011899" y="2873847"/>
                    </a:lnTo>
                    <a:lnTo>
                      <a:pt x="2811105" y="2873085"/>
                    </a:lnTo>
                    <a:lnTo>
                      <a:pt x="2610312" y="2864669"/>
                    </a:lnTo>
                    <a:lnTo>
                      <a:pt x="2409519" y="2853622"/>
                    </a:lnTo>
                    <a:lnTo>
                      <a:pt x="2208726" y="2837491"/>
                    </a:lnTo>
                    <a:lnTo>
                      <a:pt x="2007932" y="2814489"/>
                    </a:lnTo>
                    <a:lnTo>
                      <a:pt x="1807139" y="2798413"/>
                    </a:lnTo>
                    <a:lnTo>
                      <a:pt x="1606346" y="2762499"/>
                    </a:lnTo>
                    <a:lnTo>
                      <a:pt x="1405552" y="2748300"/>
                    </a:lnTo>
                    <a:lnTo>
                      <a:pt x="1204759" y="2745462"/>
                    </a:lnTo>
                    <a:lnTo>
                      <a:pt x="1003966" y="2738701"/>
                    </a:lnTo>
                    <a:lnTo>
                      <a:pt x="803173" y="2734530"/>
                    </a:lnTo>
                    <a:lnTo>
                      <a:pt x="602379" y="2722845"/>
                    </a:lnTo>
                    <a:lnTo>
                      <a:pt x="401586" y="2643533"/>
                    </a:lnTo>
                    <a:lnTo>
                      <a:pt x="200793" y="2402876"/>
                    </a:lnTo>
                    <a:lnTo>
                      <a:pt x="0" y="1244601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455600" y="2394987"/>
                <a:ext cx="3815072" cy="2752635"/>
              </a:xfrm>
              <a:custGeom>
                <a:avLst/>
                <a:gdLst/>
                <a:ahLst/>
                <a:cxnLst/>
                <a:pathLst>
                  <a:path w="3815072" h="2752635">
                    <a:moveTo>
                      <a:pt x="0" y="0"/>
                    </a:moveTo>
                    <a:lnTo>
                      <a:pt x="200793" y="1638107"/>
                    </a:lnTo>
                    <a:lnTo>
                      <a:pt x="401586" y="2132458"/>
                    </a:lnTo>
                    <a:lnTo>
                      <a:pt x="602379" y="2371277"/>
                    </a:lnTo>
                    <a:lnTo>
                      <a:pt x="803173" y="2447125"/>
                    </a:lnTo>
                    <a:lnTo>
                      <a:pt x="1003966" y="2485509"/>
                    </a:lnTo>
                    <a:lnTo>
                      <a:pt x="1204759" y="2484861"/>
                    </a:lnTo>
                    <a:lnTo>
                      <a:pt x="1405552" y="2466337"/>
                    </a:lnTo>
                    <a:lnTo>
                      <a:pt x="1606346" y="2501124"/>
                    </a:lnTo>
                    <a:lnTo>
                      <a:pt x="1807139" y="2572194"/>
                    </a:lnTo>
                    <a:lnTo>
                      <a:pt x="2007932" y="2616014"/>
                    </a:lnTo>
                    <a:lnTo>
                      <a:pt x="2208726" y="2667004"/>
                    </a:lnTo>
                    <a:lnTo>
                      <a:pt x="2409519" y="2679123"/>
                    </a:lnTo>
                    <a:lnTo>
                      <a:pt x="2610312" y="2696748"/>
                    </a:lnTo>
                    <a:lnTo>
                      <a:pt x="2811105" y="2712480"/>
                    </a:lnTo>
                    <a:lnTo>
                      <a:pt x="3011899" y="2742405"/>
                    </a:lnTo>
                    <a:lnTo>
                      <a:pt x="3212692" y="2747654"/>
                    </a:lnTo>
                    <a:lnTo>
                      <a:pt x="3413485" y="2752635"/>
                    </a:lnTo>
                    <a:lnTo>
                      <a:pt x="3614279" y="2742191"/>
                    </a:lnTo>
                    <a:lnTo>
                      <a:pt x="3815072" y="2731205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pl82"/>
              <p:cNvSpPr/>
              <p:nvPr/>
            </p:nvSpPr>
            <p:spPr>
              <a:xfrm>
                <a:off x="1455600" y="3639588"/>
                <a:ext cx="3815072" cy="1644581"/>
              </a:xfrm>
              <a:custGeom>
                <a:avLst/>
                <a:gdLst/>
                <a:ahLst/>
                <a:cxnLst/>
                <a:pathLst>
                  <a:path w="3815072" h="1644581">
                    <a:moveTo>
                      <a:pt x="3815072" y="1644581"/>
                    </a:moveTo>
                    <a:lnTo>
                      <a:pt x="3614279" y="1627019"/>
                    </a:lnTo>
                    <a:lnTo>
                      <a:pt x="3413485" y="1626354"/>
                    </a:lnTo>
                    <a:lnTo>
                      <a:pt x="3212692" y="1638997"/>
                    </a:lnTo>
                    <a:lnTo>
                      <a:pt x="3011899" y="1629245"/>
                    </a:lnTo>
                    <a:lnTo>
                      <a:pt x="2811105" y="1628484"/>
                    </a:lnTo>
                    <a:lnTo>
                      <a:pt x="2610312" y="1620068"/>
                    </a:lnTo>
                    <a:lnTo>
                      <a:pt x="2409519" y="1609021"/>
                    </a:lnTo>
                    <a:lnTo>
                      <a:pt x="2208726" y="1592890"/>
                    </a:lnTo>
                    <a:lnTo>
                      <a:pt x="2007932" y="1569888"/>
                    </a:lnTo>
                    <a:lnTo>
                      <a:pt x="1807139" y="1553812"/>
                    </a:lnTo>
                    <a:lnTo>
                      <a:pt x="1606346" y="1517898"/>
                    </a:lnTo>
                    <a:lnTo>
                      <a:pt x="1405552" y="1503699"/>
                    </a:lnTo>
                    <a:lnTo>
                      <a:pt x="1204759" y="1500861"/>
                    </a:lnTo>
                    <a:lnTo>
                      <a:pt x="1003966" y="1494100"/>
                    </a:lnTo>
                    <a:lnTo>
                      <a:pt x="803173" y="1489928"/>
                    </a:lnTo>
                    <a:lnTo>
                      <a:pt x="602379" y="1478244"/>
                    </a:lnTo>
                    <a:lnTo>
                      <a:pt x="401586" y="1398931"/>
                    </a:lnTo>
                    <a:lnTo>
                      <a:pt x="200793" y="1158275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4" name="pg83"/>
              <p:cNvSpPr/>
              <p:nvPr/>
            </p:nvSpPr>
            <p:spPr>
              <a:xfrm>
                <a:off x="1455600" y="1700685"/>
                <a:ext cx="3815072" cy="3565969"/>
              </a:xfrm>
              <a:custGeom>
                <a:avLst/>
                <a:gdLst/>
                <a:ahLst/>
                <a:cxnLst/>
                <a:pathLst>
                  <a:path w="3815072" h="3565969">
                    <a:moveTo>
                      <a:pt x="0" y="0"/>
                    </a:moveTo>
                    <a:lnTo>
                      <a:pt x="200793" y="2050238"/>
                    </a:lnTo>
                    <a:lnTo>
                      <a:pt x="401586" y="2682662"/>
                    </a:lnTo>
                    <a:lnTo>
                      <a:pt x="602379" y="2985242"/>
                    </a:lnTo>
                    <a:lnTo>
                      <a:pt x="803173" y="3097685"/>
                    </a:lnTo>
                    <a:lnTo>
                      <a:pt x="1003966" y="3134229"/>
                    </a:lnTo>
                    <a:lnTo>
                      <a:pt x="1204759" y="3136796"/>
                    </a:lnTo>
                    <a:lnTo>
                      <a:pt x="1405552" y="3111331"/>
                    </a:lnTo>
                    <a:lnTo>
                      <a:pt x="1606346" y="3134706"/>
                    </a:lnTo>
                    <a:lnTo>
                      <a:pt x="1807139" y="3205124"/>
                    </a:lnTo>
                    <a:lnTo>
                      <a:pt x="2007932" y="3265294"/>
                    </a:lnTo>
                    <a:lnTo>
                      <a:pt x="2208726" y="3335152"/>
                    </a:lnTo>
                    <a:lnTo>
                      <a:pt x="2409519" y="3352762"/>
                    </a:lnTo>
                    <a:lnTo>
                      <a:pt x="2610312" y="3368286"/>
                    </a:lnTo>
                    <a:lnTo>
                      <a:pt x="2811105" y="3377886"/>
                    </a:lnTo>
                    <a:lnTo>
                      <a:pt x="3011899" y="3403939"/>
                    </a:lnTo>
                    <a:lnTo>
                      <a:pt x="3212692" y="3405698"/>
                    </a:lnTo>
                    <a:lnTo>
                      <a:pt x="3413485" y="3403440"/>
                    </a:lnTo>
                    <a:lnTo>
                      <a:pt x="3614279" y="3382188"/>
                    </a:lnTo>
                    <a:lnTo>
                      <a:pt x="3815072" y="3390065"/>
                    </a:lnTo>
                    <a:lnTo>
                      <a:pt x="3815072" y="3565969"/>
                    </a:lnTo>
                    <a:lnTo>
                      <a:pt x="3614279" y="3539091"/>
                    </a:lnTo>
                    <a:lnTo>
                      <a:pt x="3413485" y="3537234"/>
                    </a:lnTo>
                    <a:lnTo>
                      <a:pt x="3212692" y="3559906"/>
                    </a:lnTo>
                    <a:lnTo>
                      <a:pt x="3011899" y="3554189"/>
                    </a:lnTo>
                    <a:lnTo>
                      <a:pt x="2811105" y="3553564"/>
                    </a:lnTo>
                    <a:lnTo>
                      <a:pt x="2610312" y="3547849"/>
                    </a:lnTo>
                    <a:lnTo>
                      <a:pt x="2409519" y="3539751"/>
                    </a:lnTo>
                    <a:lnTo>
                      <a:pt x="2208726" y="3518653"/>
                    </a:lnTo>
                    <a:lnTo>
                      <a:pt x="2007932" y="3492366"/>
                    </a:lnTo>
                    <a:lnTo>
                      <a:pt x="1807139" y="3463264"/>
                    </a:lnTo>
                    <a:lnTo>
                      <a:pt x="1606346" y="3428096"/>
                    </a:lnTo>
                    <a:lnTo>
                      <a:pt x="1405552" y="3420011"/>
                    </a:lnTo>
                    <a:lnTo>
                      <a:pt x="1204759" y="3416206"/>
                    </a:lnTo>
                    <a:lnTo>
                      <a:pt x="1003966" y="3411177"/>
                    </a:lnTo>
                    <a:lnTo>
                      <a:pt x="803173" y="3401800"/>
                    </a:lnTo>
                    <a:lnTo>
                      <a:pt x="602379" y="3378025"/>
                    </a:lnTo>
                    <a:lnTo>
                      <a:pt x="401586" y="3275770"/>
                    </a:lnTo>
                    <a:lnTo>
                      <a:pt x="200793" y="2976004"/>
                    </a:lnTo>
                    <a:lnTo>
                      <a:pt x="0" y="1523942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5" name="pl84"/>
              <p:cNvSpPr/>
              <p:nvPr/>
            </p:nvSpPr>
            <p:spPr>
              <a:xfrm>
                <a:off x="1455600" y="1700685"/>
                <a:ext cx="3815072" cy="3405698"/>
              </a:xfrm>
              <a:custGeom>
                <a:avLst/>
                <a:gdLst/>
                <a:ahLst/>
                <a:cxnLst/>
                <a:pathLst>
                  <a:path w="3815072" h="3405698">
                    <a:moveTo>
                      <a:pt x="0" y="0"/>
                    </a:moveTo>
                    <a:lnTo>
                      <a:pt x="200793" y="2050238"/>
                    </a:lnTo>
                    <a:lnTo>
                      <a:pt x="401586" y="2682662"/>
                    </a:lnTo>
                    <a:lnTo>
                      <a:pt x="602379" y="2985242"/>
                    </a:lnTo>
                    <a:lnTo>
                      <a:pt x="803173" y="3097685"/>
                    </a:lnTo>
                    <a:lnTo>
                      <a:pt x="1003966" y="3134229"/>
                    </a:lnTo>
                    <a:lnTo>
                      <a:pt x="1204759" y="3136796"/>
                    </a:lnTo>
                    <a:lnTo>
                      <a:pt x="1405552" y="3111331"/>
                    </a:lnTo>
                    <a:lnTo>
                      <a:pt x="1606346" y="3134706"/>
                    </a:lnTo>
                    <a:lnTo>
                      <a:pt x="1807139" y="3205124"/>
                    </a:lnTo>
                    <a:lnTo>
                      <a:pt x="2007932" y="3265294"/>
                    </a:lnTo>
                    <a:lnTo>
                      <a:pt x="2208726" y="3335152"/>
                    </a:lnTo>
                    <a:lnTo>
                      <a:pt x="2409519" y="3352762"/>
                    </a:lnTo>
                    <a:lnTo>
                      <a:pt x="2610312" y="3368286"/>
                    </a:lnTo>
                    <a:lnTo>
                      <a:pt x="2811105" y="3377886"/>
                    </a:lnTo>
                    <a:lnTo>
                      <a:pt x="3011899" y="3403939"/>
                    </a:lnTo>
                    <a:lnTo>
                      <a:pt x="3212692" y="3405698"/>
                    </a:lnTo>
                    <a:lnTo>
                      <a:pt x="3413485" y="3403440"/>
                    </a:lnTo>
                    <a:lnTo>
                      <a:pt x="3614279" y="3382188"/>
                    </a:lnTo>
                    <a:lnTo>
                      <a:pt x="3815072" y="3390065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6" name="pl85"/>
              <p:cNvSpPr/>
              <p:nvPr/>
            </p:nvSpPr>
            <p:spPr>
              <a:xfrm>
                <a:off x="1455600" y="3224627"/>
                <a:ext cx="3815072" cy="2042027"/>
              </a:xfrm>
              <a:custGeom>
                <a:avLst/>
                <a:gdLst/>
                <a:ahLst/>
                <a:cxnLst/>
                <a:pathLst>
                  <a:path w="3815072" h="2042027">
                    <a:moveTo>
                      <a:pt x="3815072" y="2042027"/>
                    </a:moveTo>
                    <a:lnTo>
                      <a:pt x="3614279" y="2015148"/>
                    </a:lnTo>
                    <a:lnTo>
                      <a:pt x="3413485" y="2013292"/>
                    </a:lnTo>
                    <a:lnTo>
                      <a:pt x="3212692" y="2035964"/>
                    </a:lnTo>
                    <a:lnTo>
                      <a:pt x="3011899" y="2030247"/>
                    </a:lnTo>
                    <a:lnTo>
                      <a:pt x="2811105" y="2029622"/>
                    </a:lnTo>
                    <a:lnTo>
                      <a:pt x="2610312" y="2023907"/>
                    </a:lnTo>
                    <a:lnTo>
                      <a:pt x="2409519" y="2015809"/>
                    </a:lnTo>
                    <a:lnTo>
                      <a:pt x="2208726" y="1994711"/>
                    </a:lnTo>
                    <a:lnTo>
                      <a:pt x="2007932" y="1968423"/>
                    </a:lnTo>
                    <a:lnTo>
                      <a:pt x="1807139" y="1939321"/>
                    </a:lnTo>
                    <a:lnTo>
                      <a:pt x="1606346" y="1904154"/>
                    </a:lnTo>
                    <a:lnTo>
                      <a:pt x="1405552" y="1896069"/>
                    </a:lnTo>
                    <a:lnTo>
                      <a:pt x="1204759" y="1892263"/>
                    </a:lnTo>
                    <a:lnTo>
                      <a:pt x="1003966" y="1887235"/>
                    </a:lnTo>
                    <a:lnTo>
                      <a:pt x="803173" y="1877858"/>
                    </a:lnTo>
                    <a:lnTo>
                      <a:pt x="602379" y="1854083"/>
                    </a:lnTo>
                    <a:lnTo>
                      <a:pt x="401586" y="1751828"/>
                    </a:lnTo>
                    <a:lnTo>
                      <a:pt x="200793" y="1452062"/>
                    </a:lnTo>
                    <a:lnTo>
                      <a:pt x="0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7" name="tx86"/>
              <p:cNvSpPr/>
              <p:nvPr/>
            </p:nvSpPr>
            <p:spPr>
              <a:xfrm>
                <a:off x="1210339" y="5329993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tx87"/>
              <p:cNvSpPr/>
              <p:nvPr/>
            </p:nvSpPr>
            <p:spPr>
              <a:xfrm>
                <a:off x="1148183" y="4470800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9" name="tx88"/>
              <p:cNvSpPr/>
              <p:nvPr/>
            </p:nvSpPr>
            <p:spPr>
              <a:xfrm>
                <a:off x="1148183" y="3611607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0" name="tx89"/>
              <p:cNvSpPr/>
              <p:nvPr/>
            </p:nvSpPr>
            <p:spPr>
              <a:xfrm>
                <a:off x="1148183" y="2752360"/>
                <a:ext cx="124311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1" name="tx90"/>
              <p:cNvSpPr/>
              <p:nvPr/>
            </p:nvSpPr>
            <p:spPr>
              <a:xfrm>
                <a:off x="1148183" y="1893222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2" name="tx91"/>
              <p:cNvSpPr/>
              <p:nvPr/>
            </p:nvSpPr>
            <p:spPr>
              <a:xfrm>
                <a:off x="1148183" y="1034029"/>
                <a:ext cx="12431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3" name="pl92"/>
              <p:cNvSpPr/>
              <p:nvPr/>
            </p:nvSpPr>
            <p:spPr>
              <a:xfrm>
                <a:off x="1300330" y="5371684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1300330" y="4512492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1300330" y="3653299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1300330" y="2794106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1300330" y="1934913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1300330" y="1075721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145560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16563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185718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205798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22587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245956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266036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28611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30619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326274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346353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366432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pl110"/>
              <p:cNvSpPr/>
              <p:nvPr/>
            </p:nvSpPr>
            <p:spPr>
              <a:xfrm>
                <a:off x="386512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2" name="pl111"/>
              <p:cNvSpPr/>
              <p:nvPr/>
            </p:nvSpPr>
            <p:spPr>
              <a:xfrm>
                <a:off x="406591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3" name="pl112"/>
              <p:cNvSpPr/>
              <p:nvPr/>
            </p:nvSpPr>
            <p:spPr>
              <a:xfrm>
                <a:off x="426670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4" name="pl113"/>
              <p:cNvSpPr/>
              <p:nvPr/>
            </p:nvSpPr>
            <p:spPr>
              <a:xfrm>
                <a:off x="446749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5" name="pl114"/>
              <p:cNvSpPr/>
              <p:nvPr/>
            </p:nvSpPr>
            <p:spPr>
              <a:xfrm>
                <a:off x="466829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6" name="pl115"/>
              <p:cNvSpPr/>
              <p:nvPr/>
            </p:nvSpPr>
            <p:spPr>
              <a:xfrm>
                <a:off x="486908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7" name="pl116"/>
              <p:cNvSpPr/>
              <p:nvPr/>
            </p:nvSpPr>
            <p:spPr>
              <a:xfrm>
                <a:off x="506987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8" name="pl117"/>
              <p:cNvSpPr/>
              <p:nvPr/>
            </p:nvSpPr>
            <p:spPr>
              <a:xfrm>
                <a:off x="527067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9" name="tx118"/>
              <p:cNvSpPr/>
              <p:nvPr/>
            </p:nvSpPr>
            <p:spPr>
              <a:xfrm>
                <a:off x="1391889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1575629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171426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19150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211585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231664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2517440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2718234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291902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311982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332061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35214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372220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>
                <a:off x="392299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tx132"/>
              <p:cNvSpPr/>
              <p:nvPr/>
            </p:nvSpPr>
            <p:spPr>
              <a:xfrm>
                <a:off x="412378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tx133"/>
              <p:cNvSpPr/>
              <p:nvPr/>
            </p:nvSpPr>
            <p:spPr>
              <a:xfrm>
                <a:off x="432458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tx134"/>
              <p:cNvSpPr/>
              <p:nvPr/>
            </p:nvSpPr>
            <p:spPr>
              <a:xfrm>
                <a:off x="452537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tx135"/>
              <p:cNvSpPr/>
              <p:nvPr/>
            </p:nvSpPr>
            <p:spPr>
              <a:xfrm>
                <a:off x="472616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7" name="tx136"/>
              <p:cNvSpPr/>
              <p:nvPr/>
            </p:nvSpPr>
            <p:spPr>
              <a:xfrm>
                <a:off x="492696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8" name="tx137"/>
              <p:cNvSpPr/>
              <p:nvPr/>
            </p:nvSpPr>
            <p:spPr>
              <a:xfrm>
                <a:off x="5175884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9" name="tx138"/>
              <p:cNvSpPr/>
              <p:nvPr/>
            </p:nvSpPr>
            <p:spPr>
              <a:xfrm>
                <a:off x="3238853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0" name="tx139"/>
              <p:cNvSpPr/>
              <p:nvPr/>
            </p:nvSpPr>
            <p:spPr>
              <a:xfrm rot="-5400000">
                <a:off x="329520" y="3440756"/>
                <a:ext cx="1405594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Incidence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1" name="rc140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2" name="tx141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3" name="rc142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4" name="pl143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5" name="pt144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6" name="rc145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7" name="pl146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8" name="pt147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9" name="tx148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0" name="tx149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52" name="文本框 151"/>
            <p:cNvSpPr txBox="1"/>
            <p:nvPr/>
          </p:nvSpPr>
          <p:spPr>
            <a:xfrm>
              <a:off x="5272" y="9823"/>
              <a:ext cx="2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Low-middle 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Application>WPS 演示</Application>
  <PresentationFormat>Présentation à l'écran (4:3)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1E3C604F349541B7BEDD9182EECDC7A8_12</vt:lpwstr>
  </property>
  <property fmtid="{D5CDD505-2E9C-101B-9397-08002B2CF9AE}" pid="3" name="KSOProductBuildVer">
    <vt:lpwstr>2052-12.1.0.21171</vt:lpwstr>
  </property>
</Properties>
</file>