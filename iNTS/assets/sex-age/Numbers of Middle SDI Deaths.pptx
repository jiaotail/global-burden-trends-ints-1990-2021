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496652" y="983989"/>
              <a:ext cx="3894496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55116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378422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501728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496652" y="585185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496652" y="5603490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496652" y="535512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1496652" y="510676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1496652" y="485840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1496652" y="4610049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496652" y="436168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496652" y="411332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496652" y="3864968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496652" y="361660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96652" y="336824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496652" y="311988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496652" y="2871527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496652" y="262316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496652" y="237480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496652" y="212644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496652" y="1878086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496652" y="162972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496652" y="138136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496652" y="1133005"/>
              <a:ext cx="3894496" cy="0"/>
            </a:xfrm>
            <a:custGeom>
              <a:avLst/>
              <a:gdLst/>
              <a:ahLst/>
              <a:cxnLst/>
              <a:pathLst>
                <a:path w="3894496">
                  <a:moveTo>
                    <a:pt x="0" y="0"/>
                  </a:moveTo>
                  <a:lnTo>
                    <a:pt x="3894496" y="0"/>
                  </a:lnTo>
                  <a:lnTo>
                    <a:pt x="3894496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93463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316769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4400755" y="983989"/>
              <a:ext cx="0" cy="5016877"/>
            </a:xfrm>
            <a:custGeom>
              <a:avLst/>
              <a:gdLst/>
              <a:ahLst/>
              <a:cxnLst/>
              <a:pathLst>
                <a:path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2053009" y="5740088"/>
              <a:ext cx="111468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2622683" y="5491728"/>
              <a:ext cx="5450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832303" y="5243367"/>
              <a:ext cx="33539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930948" y="4995007"/>
              <a:ext cx="23674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972872" y="4746647"/>
              <a:ext cx="194823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3007397" y="4498286"/>
              <a:ext cx="16029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3039457" y="4249926"/>
              <a:ext cx="12823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3064118" y="4001566"/>
              <a:ext cx="10357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3073983" y="3753206"/>
              <a:ext cx="9371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3071516" y="3504845"/>
              <a:ext cx="9617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3051787" y="3256485"/>
              <a:ext cx="115907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3009863" y="3008125"/>
              <a:ext cx="15783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985202" y="2759764"/>
              <a:ext cx="18249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2965473" y="2511404"/>
              <a:ext cx="202221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999999" y="2263044"/>
              <a:ext cx="16769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3041923" y="2014684"/>
              <a:ext cx="125772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3076449" y="1766323"/>
              <a:ext cx="91246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115907" y="1517963"/>
              <a:ext cx="5178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145500" y="1269603"/>
              <a:ext cx="22195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160297" y="1021243"/>
              <a:ext cx="7398" cy="223524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167695" y="5740088"/>
              <a:ext cx="166709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167695" y="5491728"/>
              <a:ext cx="72997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167695" y="5243367"/>
              <a:ext cx="38964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167695" y="4995007"/>
              <a:ext cx="22934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167695" y="4746647"/>
              <a:ext cx="18249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167695" y="4498286"/>
              <a:ext cx="175094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167695" y="4249926"/>
              <a:ext cx="16029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167695" y="4001566"/>
              <a:ext cx="13563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167695" y="3753206"/>
              <a:ext cx="11590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167695" y="3504845"/>
              <a:ext cx="10850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167695" y="3256485"/>
              <a:ext cx="12083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167695" y="3008125"/>
              <a:ext cx="140568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3167695" y="2759764"/>
              <a:ext cx="16029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3167695" y="2511404"/>
              <a:ext cx="177560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3167695" y="2263044"/>
              <a:ext cx="14796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3167695" y="2014684"/>
              <a:ext cx="108509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3167695" y="1766323"/>
              <a:ext cx="71517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3167695" y="1517963"/>
              <a:ext cx="36991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3167695" y="1269603"/>
              <a:ext cx="14796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3167695" y="1021243"/>
              <a:ext cx="4932" cy="223524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1795693" y="579954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4" name="tx73"/>
            <p:cNvSpPr/>
            <p:nvPr/>
          </p:nvSpPr>
          <p:spPr>
            <a:xfrm>
              <a:off x="2365366" y="5552899"/>
              <a:ext cx="23392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5" name="tx74"/>
            <p:cNvSpPr/>
            <p:nvPr/>
          </p:nvSpPr>
          <p:spPr>
            <a:xfrm>
              <a:off x="2574986" y="5302758"/>
              <a:ext cx="23392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136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6" name="tx75"/>
            <p:cNvSpPr/>
            <p:nvPr/>
          </p:nvSpPr>
          <p:spPr>
            <a:xfrm>
              <a:off x="2759403" y="505446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7" name="tx76"/>
            <p:cNvSpPr/>
            <p:nvPr/>
          </p:nvSpPr>
          <p:spPr>
            <a:xfrm>
              <a:off x="2801327" y="480610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8" name="tx77"/>
            <p:cNvSpPr/>
            <p:nvPr/>
          </p:nvSpPr>
          <p:spPr>
            <a:xfrm>
              <a:off x="2835853" y="455774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9" name="tx78"/>
            <p:cNvSpPr/>
            <p:nvPr/>
          </p:nvSpPr>
          <p:spPr>
            <a:xfrm>
              <a:off x="2867913" y="430938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0" name="tx79"/>
            <p:cNvSpPr/>
            <p:nvPr/>
          </p:nvSpPr>
          <p:spPr>
            <a:xfrm>
              <a:off x="2892574" y="4062737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" name="tx80"/>
            <p:cNvSpPr/>
            <p:nvPr/>
          </p:nvSpPr>
          <p:spPr>
            <a:xfrm>
              <a:off x="2902438" y="3812597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" name="tx81"/>
            <p:cNvSpPr/>
            <p:nvPr/>
          </p:nvSpPr>
          <p:spPr>
            <a:xfrm>
              <a:off x="2899972" y="3564236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3" name="tx82"/>
            <p:cNvSpPr/>
            <p:nvPr/>
          </p:nvSpPr>
          <p:spPr>
            <a:xfrm>
              <a:off x="2880243" y="3318067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4" name="tx83"/>
            <p:cNvSpPr/>
            <p:nvPr/>
          </p:nvSpPr>
          <p:spPr>
            <a:xfrm>
              <a:off x="2838319" y="306758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5" name="tx84"/>
            <p:cNvSpPr/>
            <p:nvPr/>
          </p:nvSpPr>
          <p:spPr>
            <a:xfrm>
              <a:off x="2813658" y="2821346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6" name="tx85"/>
            <p:cNvSpPr/>
            <p:nvPr/>
          </p:nvSpPr>
          <p:spPr>
            <a:xfrm>
              <a:off x="2793929" y="257086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7" name="tx86"/>
            <p:cNvSpPr/>
            <p:nvPr/>
          </p:nvSpPr>
          <p:spPr>
            <a:xfrm>
              <a:off x="2828455" y="232250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8" name="tx87"/>
            <p:cNvSpPr/>
            <p:nvPr/>
          </p:nvSpPr>
          <p:spPr>
            <a:xfrm>
              <a:off x="2870379" y="207414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9" name="tx88"/>
            <p:cNvSpPr/>
            <p:nvPr/>
          </p:nvSpPr>
          <p:spPr>
            <a:xfrm>
              <a:off x="2904904" y="1825714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0" name="tx89"/>
            <p:cNvSpPr/>
            <p:nvPr/>
          </p:nvSpPr>
          <p:spPr>
            <a:xfrm>
              <a:off x="2944362" y="1579134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1" name="tx90"/>
            <p:cNvSpPr/>
            <p:nvPr/>
          </p:nvSpPr>
          <p:spPr>
            <a:xfrm>
              <a:off x="3059728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" name="tx91"/>
            <p:cNvSpPr/>
            <p:nvPr/>
          </p:nvSpPr>
          <p:spPr>
            <a:xfrm>
              <a:off x="3074525" y="1080634"/>
              <a:ext cx="77974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" name="tx92"/>
            <p:cNvSpPr/>
            <p:nvPr/>
          </p:nvSpPr>
          <p:spPr>
            <a:xfrm>
              <a:off x="4928362" y="579954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676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4" name="tx93"/>
            <p:cNvSpPr/>
            <p:nvPr/>
          </p:nvSpPr>
          <p:spPr>
            <a:xfrm>
              <a:off x="3991236" y="555118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5" name="tx94"/>
            <p:cNvSpPr/>
            <p:nvPr/>
          </p:nvSpPr>
          <p:spPr>
            <a:xfrm>
              <a:off x="3650912" y="5302827"/>
              <a:ext cx="23392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158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6" name="tx95"/>
            <p:cNvSpPr/>
            <p:nvPr/>
          </p:nvSpPr>
          <p:spPr>
            <a:xfrm>
              <a:off x="3459424" y="5054398"/>
              <a:ext cx="155949" cy="10255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93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7" name="tx96"/>
            <p:cNvSpPr/>
            <p:nvPr/>
          </p:nvSpPr>
          <p:spPr>
            <a:xfrm>
              <a:off x="3412568" y="4808228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8" name="tx97"/>
            <p:cNvSpPr/>
            <p:nvPr/>
          </p:nvSpPr>
          <p:spPr>
            <a:xfrm>
              <a:off x="3405169" y="4559457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71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9" name="tx98"/>
            <p:cNvSpPr/>
            <p:nvPr/>
          </p:nvSpPr>
          <p:spPr>
            <a:xfrm>
              <a:off x="3390373" y="4309386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0" name="tx99"/>
            <p:cNvSpPr/>
            <p:nvPr/>
          </p:nvSpPr>
          <p:spPr>
            <a:xfrm>
              <a:off x="3365711" y="4062805"/>
              <a:ext cx="155949" cy="1007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1" name="tx100"/>
            <p:cNvSpPr/>
            <p:nvPr/>
          </p:nvSpPr>
          <p:spPr>
            <a:xfrm>
              <a:off x="3345982" y="3814787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2" name="tx101"/>
            <p:cNvSpPr/>
            <p:nvPr/>
          </p:nvSpPr>
          <p:spPr>
            <a:xfrm>
              <a:off x="3338584" y="3566427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3" name="tx102"/>
            <p:cNvSpPr/>
            <p:nvPr/>
          </p:nvSpPr>
          <p:spPr>
            <a:xfrm>
              <a:off x="3350915" y="3315945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" name="tx103"/>
            <p:cNvSpPr/>
            <p:nvPr/>
          </p:nvSpPr>
          <p:spPr>
            <a:xfrm>
              <a:off x="3370644" y="3069296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57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" name="tx104"/>
            <p:cNvSpPr/>
            <p:nvPr/>
          </p:nvSpPr>
          <p:spPr>
            <a:xfrm>
              <a:off x="3390373" y="2819224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6" name="tx105"/>
            <p:cNvSpPr/>
            <p:nvPr/>
          </p:nvSpPr>
          <p:spPr>
            <a:xfrm>
              <a:off x="3407635" y="2572575"/>
              <a:ext cx="155949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7" name="tx106"/>
            <p:cNvSpPr/>
            <p:nvPr/>
          </p:nvSpPr>
          <p:spPr>
            <a:xfrm>
              <a:off x="3378042" y="232250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8" name="tx107"/>
            <p:cNvSpPr/>
            <p:nvPr/>
          </p:nvSpPr>
          <p:spPr>
            <a:xfrm>
              <a:off x="3338584" y="2076265"/>
              <a:ext cx="155949" cy="1003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44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9" name="tx108"/>
            <p:cNvSpPr/>
            <p:nvPr/>
          </p:nvSpPr>
          <p:spPr>
            <a:xfrm>
              <a:off x="3301592" y="182578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29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0" name="tx109"/>
            <p:cNvSpPr/>
            <p:nvPr/>
          </p:nvSpPr>
          <p:spPr>
            <a:xfrm>
              <a:off x="3267067" y="1577423"/>
              <a:ext cx="155949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1" name="tx110"/>
            <p:cNvSpPr/>
            <p:nvPr/>
          </p:nvSpPr>
          <p:spPr>
            <a:xfrm>
              <a:off x="3213682" y="1329062"/>
              <a:ext cx="77974" cy="1024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" name="tx111"/>
            <p:cNvSpPr/>
            <p:nvPr/>
          </p:nvSpPr>
          <p:spPr>
            <a:xfrm>
              <a:off x="3203817" y="1082414"/>
              <a:ext cx="77974" cy="1007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5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</a:t>
              </a:r>
              <a:endParaRPr sz="1105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3" name="tx112"/>
            <p:cNvSpPr/>
            <p:nvPr/>
          </p:nvSpPr>
          <p:spPr>
            <a:xfrm>
              <a:off x="1306601" y="5811577"/>
              <a:ext cx="127421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&lt;5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4" name="tx113"/>
            <p:cNvSpPr/>
            <p:nvPr/>
          </p:nvSpPr>
          <p:spPr>
            <a:xfrm>
              <a:off x="1272494" y="5561798"/>
              <a:ext cx="16152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5-9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5" name="tx114"/>
            <p:cNvSpPr/>
            <p:nvPr/>
          </p:nvSpPr>
          <p:spPr>
            <a:xfrm>
              <a:off x="1148183" y="5313438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10-14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6" name="tx115"/>
            <p:cNvSpPr/>
            <p:nvPr/>
          </p:nvSpPr>
          <p:spPr>
            <a:xfrm>
              <a:off x="1148183" y="506507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15-19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7" name="tx116"/>
            <p:cNvSpPr/>
            <p:nvPr/>
          </p:nvSpPr>
          <p:spPr>
            <a:xfrm>
              <a:off x="1148183" y="481671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20-24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8" name="tx117"/>
            <p:cNvSpPr/>
            <p:nvPr/>
          </p:nvSpPr>
          <p:spPr>
            <a:xfrm>
              <a:off x="1148183" y="4568357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25-29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9" name="tx118"/>
            <p:cNvSpPr/>
            <p:nvPr/>
          </p:nvSpPr>
          <p:spPr>
            <a:xfrm>
              <a:off x="1148183" y="431994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30-34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0" name="tx119"/>
            <p:cNvSpPr/>
            <p:nvPr/>
          </p:nvSpPr>
          <p:spPr>
            <a:xfrm>
              <a:off x="1148183" y="4071582"/>
              <a:ext cx="285839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35-39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" name="tx120"/>
            <p:cNvSpPr/>
            <p:nvPr/>
          </p:nvSpPr>
          <p:spPr>
            <a:xfrm>
              <a:off x="1148183" y="382327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40-44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2" name="tx121"/>
            <p:cNvSpPr/>
            <p:nvPr/>
          </p:nvSpPr>
          <p:spPr>
            <a:xfrm>
              <a:off x="1148183" y="3574916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45-49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" name="tx122"/>
            <p:cNvSpPr/>
            <p:nvPr/>
          </p:nvSpPr>
          <p:spPr>
            <a:xfrm>
              <a:off x="1148183" y="332655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50-54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4" name="tx123"/>
            <p:cNvSpPr/>
            <p:nvPr/>
          </p:nvSpPr>
          <p:spPr>
            <a:xfrm>
              <a:off x="1148183" y="307819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55-59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5" name="tx124"/>
            <p:cNvSpPr/>
            <p:nvPr/>
          </p:nvSpPr>
          <p:spPr>
            <a:xfrm>
              <a:off x="1148183" y="282983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60-64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6" name="tx125"/>
            <p:cNvSpPr/>
            <p:nvPr/>
          </p:nvSpPr>
          <p:spPr>
            <a:xfrm>
              <a:off x="1148183" y="2581475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65-69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7" name="tx126"/>
            <p:cNvSpPr/>
            <p:nvPr/>
          </p:nvSpPr>
          <p:spPr>
            <a:xfrm>
              <a:off x="1148183" y="233311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70-74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8" name="tx127"/>
            <p:cNvSpPr/>
            <p:nvPr/>
          </p:nvSpPr>
          <p:spPr>
            <a:xfrm>
              <a:off x="1148183" y="208475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75-79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9" name="tx128"/>
            <p:cNvSpPr/>
            <p:nvPr/>
          </p:nvSpPr>
          <p:spPr>
            <a:xfrm>
              <a:off x="1148183" y="183639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80-84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0" name="tx129"/>
            <p:cNvSpPr/>
            <p:nvPr/>
          </p:nvSpPr>
          <p:spPr>
            <a:xfrm>
              <a:off x="1148183" y="1588034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85-89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1" name="tx130"/>
            <p:cNvSpPr/>
            <p:nvPr/>
          </p:nvSpPr>
          <p:spPr>
            <a:xfrm>
              <a:off x="1148183" y="1339673"/>
              <a:ext cx="285839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90-94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2" name="tx131"/>
            <p:cNvSpPr/>
            <p:nvPr/>
          </p:nvSpPr>
          <p:spPr>
            <a:xfrm>
              <a:off x="1244445" y="1091313"/>
              <a:ext cx="189577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95+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" name="pl132"/>
            <p:cNvSpPr/>
            <p:nvPr/>
          </p:nvSpPr>
          <p:spPr>
            <a:xfrm>
              <a:off x="1461858" y="585185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1461858" y="5603490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4"/>
            <p:cNvSpPr/>
            <p:nvPr/>
          </p:nvSpPr>
          <p:spPr>
            <a:xfrm>
              <a:off x="1461858" y="535512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1461858" y="510676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1461858" y="485840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7"/>
            <p:cNvSpPr/>
            <p:nvPr/>
          </p:nvSpPr>
          <p:spPr>
            <a:xfrm>
              <a:off x="1461858" y="4610049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1461858" y="436168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1461858" y="411332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0"/>
            <p:cNvSpPr/>
            <p:nvPr/>
          </p:nvSpPr>
          <p:spPr>
            <a:xfrm>
              <a:off x="1461858" y="3864968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1461858" y="361660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1461858" y="336824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3"/>
            <p:cNvSpPr/>
            <p:nvPr/>
          </p:nvSpPr>
          <p:spPr>
            <a:xfrm>
              <a:off x="1461858" y="311988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1461858" y="2871527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1461858" y="262316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6"/>
            <p:cNvSpPr/>
            <p:nvPr/>
          </p:nvSpPr>
          <p:spPr>
            <a:xfrm>
              <a:off x="1461858" y="237480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1461858" y="212644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1461858" y="1878086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49"/>
            <p:cNvSpPr/>
            <p:nvPr/>
          </p:nvSpPr>
          <p:spPr>
            <a:xfrm>
              <a:off x="1461858" y="162972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1461858" y="138136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1461858" y="1133005"/>
              <a:ext cx="34794" cy="0"/>
            </a:xfrm>
            <a:custGeom>
              <a:avLst/>
              <a:gdLst/>
              <a:ahLst/>
              <a:cxnLst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2"/>
            <p:cNvSpPr/>
            <p:nvPr/>
          </p:nvSpPr>
          <p:spPr>
            <a:xfrm>
              <a:off x="193463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16769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4400755" y="6000866"/>
              <a:ext cx="0" cy="34794"/>
            </a:xfrm>
            <a:custGeom>
              <a:avLst/>
              <a:gdLst/>
              <a:ahLst/>
              <a:cxnLst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5"/>
            <p:cNvSpPr/>
            <p:nvPr/>
          </p:nvSpPr>
          <p:spPr>
            <a:xfrm>
              <a:off x="1841402" y="60618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7" name="tx156"/>
            <p:cNvSpPr/>
            <p:nvPr/>
          </p:nvSpPr>
          <p:spPr>
            <a:xfrm>
              <a:off x="3136617" y="60618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8" name="tx157"/>
            <p:cNvSpPr/>
            <p:nvPr/>
          </p:nvSpPr>
          <p:spPr>
            <a:xfrm>
              <a:off x="4307522" y="60618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500</a:t>
              </a:r>
              <a:endParaRPr sz="880">
                <a:solidFill>
                  <a:srgbClr val="4D4D4D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9" name="tx158"/>
            <p:cNvSpPr/>
            <p:nvPr/>
          </p:nvSpPr>
          <p:spPr>
            <a:xfrm>
              <a:off x="2411841" y="6198468"/>
              <a:ext cx="1521829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Middle SDI</a:t>
              </a:r>
              <a:endParaRPr lang="en-US"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0" name="tx159"/>
            <p:cNvSpPr/>
            <p:nvPr/>
          </p:nvSpPr>
          <p:spPr>
            <a:xfrm rot="-5400000">
              <a:off x="895005" y="3427727"/>
              <a:ext cx="248567" cy="12939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Age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1" name="rc160"/>
            <p:cNvSpPr/>
            <p:nvPr/>
          </p:nvSpPr>
          <p:spPr>
            <a:xfrm>
              <a:off x="5530327" y="3103888"/>
              <a:ext cx="800883" cy="77707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tx161"/>
            <p:cNvSpPr/>
            <p:nvPr/>
          </p:nvSpPr>
          <p:spPr>
            <a:xfrm>
              <a:off x="5599916" y="3184766"/>
              <a:ext cx="240723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Sex</a:t>
              </a:r>
              <a:endParaRPr sz="110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3" name="rc162"/>
            <p:cNvSpPr/>
            <p:nvPr/>
          </p:nvSpPr>
          <p:spPr>
            <a:xfrm>
              <a:off x="5599916" y="337246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3"/>
            <p:cNvSpPr/>
            <p:nvPr/>
          </p:nvSpPr>
          <p:spPr>
            <a:xfrm>
              <a:off x="5608916" y="3381466"/>
              <a:ext cx="201456" cy="201456"/>
            </a:xfrm>
            <a:prstGeom prst="rect">
              <a:avLst/>
            </a:prstGeom>
            <a:solidFill>
              <a:srgbClr val="E31A1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4"/>
            <p:cNvSpPr/>
            <p:nvPr/>
          </p:nvSpPr>
          <p:spPr>
            <a:xfrm>
              <a:off x="5599916" y="359192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5"/>
            <p:cNvSpPr/>
            <p:nvPr/>
          </p:nvSpPr>
          <p:spPr>
            <a:xfrm>
              <a:off x="5608916" y="3600922"/>
              <a:ext cx="201456" cy="201456"/>
            </a:xfrm>
            <a:prstGeom prst="rect">
              <a:avLst/>
            </a:prstGeom>
            <a:solidFill>
              <a:srgbClr val="4682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tx166"/>
            <p:cNvSpPr/>
            <p:nvPr/>
          </p:nvSpPr>
          <p:spPr>
            <a:xfrm>
              <a:off x="5888961" y="3440884"/>
              <a:ext cx="372660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Female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8" name="tx167"/>
            <p:cNvSpPr/>
            <p:nvPr/>
          </p:nvSpPr>
          <p:spPr>
            <a:xfrm>
              <a:off x="5888961" y="3660340"/>
              <a:ext cx="242237" cy="813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rPr>
                <a:t>Male</a:t>
              </a:r>
              <a:endParaRPr sz="880">
                <a:solidFill>
                  <a:srgbClr val="000000">
                    <a:alpha val="100000"/>
                  </a:srgbClr>
                </a:solidFill>
                <a:latin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WPS 演示</Application>
  <PresentationFormat>Présentation à l'écran (4:3)</PresentationFormat>
  <Paragraphs>136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Waiting</cp:lastModifiedBy>
  <cp:revision>4</cp:revision>
  <dcterms:created xsi:type="dcterms:W3CDTF">2017-02-13T16:18:00Z</dcterms:created>
  <dcterms:modified xsi:type="dcterms:W3CDTF">2025-06-12T16:02:19Z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1810512210DC4CC3BFEC3B920DA5F02B_12</vt:lpwstr>
  </property>
  <property fmtid="{D5CDD505-2E9C-101B-9397-08002B2CF9AE}" pid="3" name="KSOProductBuildVer">
    <vt:lpwstr>2052-12.1.0.21171</vt:lpwstr>
  </property>
</Properties>
</file>