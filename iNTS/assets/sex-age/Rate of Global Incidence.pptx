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/>
        </p:nvGrpSpPr>
        <p:grpSpPr>
          <a:xfrm>
            <a:off x="35560" y="44450"/>
            <a:ext cx="8920480" cy="6210000"/>
            <a:chOff x="1440" y="1440"/>
            <a:chExt cx="8640" cy="9047"/>
          </a:xfrm>
        </p:grpSpPr>
        <p:grpSp>
          <p:nvGrpSpPr>
            <p:cNvPr id="3" name="组合 2"/>
            <p:cNvGrpSpPr/>
            <p:nvPr/>
          </p:nvGrpSpPr>
          <p:grpSpPr>
            <a:xfrm>
              <a:off x="1440" y="1440"/>
              <a:ext cx="8640" cy="9047"/>
              <a:chOff x="914400" y="914400"/>
              <a:chExt cx="5486400" cy="5744845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399" cy="574484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35124" y="983989"/>
                <a:ext cx="4056024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35124" y="4621338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35124" y="3227401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35124" y="1833465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35124" y="5318306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35124" y="3924369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35124" y="2530433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35124" y="1136497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45560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6563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85718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205798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22587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45956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66036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8611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30619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326274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46353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6643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86512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40659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426670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46749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6682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869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506987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52706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1455600" y="3041311"/>
                <a:ext cx="3815072" cy="2219843"/>
              </a:xfrm>
              <a:custGeom>
                <a:avLst/>
                <a:gdLst/>
                <a:ahLst/>
                <a:cxnLst/>
                <a:pathLst>
                  <a:path w="3815072" h="2219843">
                    <a:moveTo>
                      <a:pt x="0" y="0"/>
                    </a:moveTo>
                    <a:lnTo>
                      <a:pt x="200793" y="1551450"/>
                    </a:lnTo>
                    <a:lnTo>
                      <a:pt x="401586" y="1906904"/>
                    </a:lnTo>
                    <a:lnTo>
                      <a:pt x="602379" y="2022601"/>
                    </a:lnTo>
                    <a:lnTo>
                      <a:pt x="803173" y="2051874"/>
                    </a:lnTo>
                    <a:lnTo>
                      <a:pt x="1003966" y="2056055"/>
                    </a:lnTo>
                    <a:lnTo>
                      <a:pt x="1204759" y="2071389"/>
                    </a:lnTo>
                    <a:lnTo>
                      <a:pt x="1405552" y="2069298"/>
                    </a:lnTo>
                    <a:lnTo>
                      <a:pt x="1606346" y="2086722"/>
                    </a:lnTo>
                    <a:lnTo>
                      <a:pt x="1807139" y="2127146"/>
                    </a:lnTo>
                    <a:lnTo>
                      <a:pt x="2007932" y="2155722"/>
                    </a:lnTo>
                    <a:lnTo>
                      <a:pt x="2208726" y="2174540"/>
                    </a:lnTo>
                    <a:lnTo>
                      <a:pt x="2409519" y="2184994"/>
                    </a:lnTo>
                    <a:lnTo>
                      <a:pt x="2610312" y="2199631"/>
                    </a:lnTo>
                    <a:lnTo>
                      <a:pt x="2811105" y="2207297"/>
                    </a:lnTo>
                    <a:lnTo>
                      <a:pt x="3011899" y="2208691"/>
                    </a:lnTo>
                    <a:lnTo>
                      <a:pt x="3212692" y="2214964"/>
                    </a:lnTo>
                    <a:lnTo>
                      <a:pt x="3413485" y="2217752"/>
                    </a:lnTo>
                    <a:lnTo>
                      <a:pt x="3614279" y="2219843"/>
                    </a:lnTo>
                    <a:lnTo>
                      <a:pt x="3815072" y="2217055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1455600" y="2526252"/>
                <a:ext cx="3815072" cy="2710508"/>
              </a:xfrm>
              <a:custGeom>
                <a:avLst/>
                <a:gdLst/>
                <a:ahLst/>
                <a:cxnLst/>
                <a:pathLst>
                  <a:path w="3815072" h="2710508">
                    <a:moveTo>
                      <a:pt x="0" y="0"/>
                    </a:moveTo>
                    <a:lnTo>
                      <a:pt x="200793" y="1935480"/>
                    </a:lnTo>
                    <a:lnTo>
                      <a:pt x="401586" y="2366206"/>
                    </a:lnTo>
                    <a:lnTo>
                      <a:pt x="602379" y="2508388"/>
                    </a:lnTo>
                    <a:lnTo>
                      <a:pt x="803173" y="2546024"/>
                    </a:lnTo>
                    <a:lnTo>
                      <a:pt x="1003966" y="2553691"/>
                    </a:lnTo>
                    <a:lnTo>
                      <a:pt x="1204759" y="2569024"/>
                    </a:lnTo>
                    <a:lnTo>
                      <a:pt x="1405552" y="2562054"/>
                    </a:lnTo>
                    <a:lnTo>
                      <a:pt x="1606346" y="2574600"/>
                    </a:lnTo>
                    <a:lnTo>
                      <a:pt x="1807139" y="2616418"/>
                    </a:lnTo>
                    <a:lnTo>
                      <a:pt x="2007932" y="2651266"/>
                    </a:lnTo>
                    <a:lnTo>
                      <a:pt x="2208726" y="2672872"/>
                    </a:lnTo>
                    <a:lnTo>
                      <a:pt x="2409519" y="2683327"/>
                    </a:lnTo>
                    <a:lnTo>
                      <a:pt x="2610312" y="2700054"/>
                    </a:lnTo>
                    <a:lnTo>
                      <a:pt x="2811105" y="2706327"/>
                    </a:lnTo>
                    <a:lnTo>
                      <a:pt x="3011899" y="2706327"/>
                    </a:lnTo>
                    <a:lnTo>
                      <a:pt x="3212692" y="2710508"/>
                    </a:lnTo>
                    <a:lnTo>
                      <a:pt x="3413485" y="2708417"/>
                    </a:lnTo>
                    <a:lnTo>
                      <a:pt x="3614279" y="2700751"/>
                    </a:lnTo>
                    <a:lnTo>
                      <a:pt x="3815072" y="2693084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t35"/>
              <p:cNvSpPr/>
              <p:nvPr/>
            </p:nvSpPr>
            <p:spPr>
              <a:xfrm>
                <a:off x="1423999" y="300971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t36"/>
              <p:cNvSpPr/>
              <p:nvPr/>
            </p:nvSpPr>
            <p:spPr>
              <a:xfrm>
                <a:off x="1624792" y="456116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825586" y="491661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2026379" y="503231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2227172" y="506158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427965" y="506576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628759" y="508109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829552" y="507900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3030345" y="509643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3231139" y="513685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431932" y="516543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632725" y="518425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833518" y="519470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4034312" y="520934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4235105" y="521700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435898" y="521840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636692" y="522467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837485" y="522746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5038278" y="522955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5239071" y="522676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1423999" y="249465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1624792" y="443013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825586" y="486085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2026379" y="500303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2227172" y="504067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427965" y="504834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628759" y="506367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829552" y="505670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3030345" y="506925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3231139" y="511106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431932" y="514591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632725" y="516752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833518" y="517797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4034312" y="519470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4235105" y="520097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435898" y="520097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636692" y="520515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837485" y="520306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5038278" y="51954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5239071" y="518773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g75"/>
              <p:cNvSpPr/>
              <p:nvPr/>
            </p:nvSpPr>
            <p:spPr>
              <a:xfrm>
                <a:off x="1455600" y="2362712"/>
                <a:ext cx="3815072" cy="2921457"/>
              </a:xfrm>
              <a:custGeom>
                <a:avLst/>
                <a:gdLst/>
                <a:ahLst/>
                <a:cxnLst/>
                <a:pathLst>
                  <a:path w="3815072" h="2921457">
                    <a:moveTo>
                      <a:pt x="0" y="0"/>
                    </a:moveTo>
                    <a:lnTo>
                      <a:pt x="200793" y="1905663"/>
                    </a:lnTo>
                    <a:lnTo>
                      <a:pt x="401586" y="2376447"/>
                    </a:lnTo>
                    <a:lnTo>
                      <a:pt x="602379" y="2569638"/>
                    </a:lnTo>
                    <a:lnTo>
                      <a:pt x="803173" y="2624826"/>
                    </a:lnTo>
                    <a:lnTo>
                      <a:pt x="1003966" y="2645269"/>
                    </a:lnTo>
                    <a:lnTo>
                      <a:pt x="1204759" y="2671084"/>
                    </a:lnTo>
                    <a:lnTo>
                      <a:pt x="1405552" y="2657493"/>
                    </a:lnTo>
                    <a:lnTo>
                      <a:pt x="1606346" y="2684193"/>
                    </a:lnTo>
                    <a:lnTo>
                      <a:pt x="1807139" y="2742360"/>
                    </a:lnTo>
                    <a:lnTo>
                      <a:pt x="2007932" y="2780546"/>
                    </a:lnTo>
                    <a:lnTo>
                      <a:pt x="2208726" y="2813323"/>
                    </a:lnTo>
                    <a:lnTo>
                      <a:pt x="2409519" y="2822183"/>
                    </a:lnTo>
                    <a:lnTo>
                      <a:pt x="2610312" y="2841612"/>
                    </a:lnTo>
                    <a:lnTo>
                      <a:pt x="2811105" y="2851013"/>
                    </a:lnTo>
                    <a:lnTo>
                      <a:pt x="3011899" y="2858330"/>
                    </a:lnTo>
                    <a:lnTo>
                      <a:pt x="3212692" y="2864834"/>
                    </a:lnTo>
                    <a:lnTo>
                      <a:pt x="3413485" y="2875897"/>
                    </a:lnTo>
                    <a:lnTo>
                      <a:pt x="3614279" y="2874714"/>
                    </a:lnTo>
                    <a:lnTo>
                      <a:pt x="3815072" y="2858325"/>
                    </a:lnTo>
                    <a:lnTo>
                      <a:pt x="3815072" y="2921457"/>
                    </a:lnTo>
                    <a:lnTo>
                      <a:pt x="3614279" y="2917242"/>
                    </a:lnTo>
                    <a:lnTo>
                      <a:pt x="3413485" y="2914193"/>
                    </a:lnTo>
                    <a:lnTo>
                      <a:pt x="3212692" y="2916138"/>
                    </a:lnTo>
                    <a:lnTo>
                      <a:pt x="3011899" y="2910143"/>
                    </a:lnTo>
                    <a:lnTo>
                      <a:pt x="2811105" y="2909590"/>
                    </a:lnTo>
                    <a:lnTo>
                      <a:pt x="2610312" y="2905894"/>
                    </a:lnTo>
                    <a:lnTo>
                      <a:pt x="2409519" y="2897054"/>
                    </a:lnTo>
                    <a:lnTo>
                      <a:pt x="2208726" y="2889769"/>
                    </a:lnTo>
                    <a:lnTo>
                      <a:pt x="2007932" y="2875688"/>
                    </a:lnTo>
                    <a:lnTo>
                      <a:pt x="1807139" y="2857912"/>
                    </a:lnTo>
                    <a:lnTo>
                      <a:pt x="1606346" y="2830801"/>
                    </a:lnTo>
                    <a:lnTo>
                      <a:pt x="1405552" y="2820425"/>
                    </a:lnTo>
                    <a:lnTo>
                      <a:pt x="1204759" y="2817222"/>
                    </a:lnTo>
                    <a:lnTo>
                      <a:pt x="1003966" y="2805200"/>
                    </a:lnTo>
                    <a:lnTo>
                      <a:pt x="803173" y="2801920"/>
                    </a:lnTo>
                    <a:lnTo>
                      <a:pt x="602379" y="2793067"/>
                    </a:lnTo>
                    <a:lnTo>
                      <a:pt x="401586" y="2736585"/>
                    </a:lnTo>
                    <a:lnTo>
                      <a:pt x="200793" y="2520960"/>
                    </a:lnTo>
                    <a:lnTo>
                      <a:pt x="0" y="1251186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7" name="pl76"/>
              <p:cNvSpPr/>
              <p:nvPr/>
            </p:nvSpPr>
            <p:spPr>
              <a:xfrm>
                <a:off x="1455600" y="2362712"/>
                <a:ext cx="3815072" cy="2875897"/>
              </a:xfrm>
              <a:custGeom>
                <a:avLst/>
                <a:gdLst/>
                <a:ahLst/>
                <a:cxnLst/>
                <a:pathLst>
                  <a:path w="3815072" h="2875897">
                    <a:moveTo>
                      <a:pt x="0" y="0"/>
                    </a:moveTo>
                    <a:lnTo>
                      <a:pt x="200793" y="1905663"/>
                    </a:lnTo>
                    <a:lnTo>
                      <a:pt x="401586" y="2376447"/>
                    </a:lnTo>
                    <a:lnTo>
                      <a:pt x="602379" y="2569638"/>
                    </a:lnTo>
                    <a:lnTo>
                      <a:pt x="803173" y="2624826"/>
                    </a:lnTo>
                    <a:lnTo>
                      <a:pt x="1003966" y="2645269"/>
                    </a:lnTo>
                    <a:lnTo>
                      <a:pt x="1204759" y="2671084"/>
                    </a:lnTo>
                    <a:lnTo>
                      <a:pt x="1405552" y="2657493"/>
                    </a:lnTo>
                    <a:lnTo>
                      <a:pt x="1606346" y="2684193"/>
                    </a:lnTo>
                    <a:lnTo>
                      <a:pt x="1807139" y="2742360"/>
                    </a:lnTo>
                    <a:lnTo>
                      <a:pt x="2007932" y="2780546"/>
                    </a:lnTo>
                    <a:lnTo>
                      <a:pt x="2208726" y="2813323"/>
                    </a:lnTo>
                    <a:lnTo>
                      <a:pt x="2409519" y="2822183"/>
                    </a:lnTo>
                    <a:lnTo>
                      <a:pt x="2610312" y="2841612"/>
                    </a:lnTo>
                    <a:lnTo>
                      <a:pt x="2811105" y="2851013"/>
                    </a:lnTo>
                    <a:lnTo>
                      <a:pt x="3011899" y="2858330"/>
                    </a:lnTo>
                    <a:lnTo>
                      <a:pt x="3212692" y="2864834"/>
                    </a:lnTo>
                    <a:lnTo>
                      <a:pt x="3413485" y="2875897"/>
                    </a:lnTo>
                    <a:lnTo>
                      <a:pt x="3614279" y="2874714"/>
                    </a:lnTo>
                    <a:lnTo>
                      <a:pt x="3815072" y="2858325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8" name="pl77"/>
              <p:cNvSpPr/>
              <p:nvPr/>
            </p:nvSpPr>
            <p:spPr>
              <a:xfrm>
                <a:off x="1455600" y="3613898"/>
                <a:ext cx="3815072" cy="1670271"/>
              </a:xfrm>
              <a:custGeom>
                <a:avLst/>
                <a:gdLst/>
                <a:ahLst/>
                <a:cxnLst/>
                <a:pathLst>
                  <a:path w="3815072" h="1670271">
                    <a:moveTo>
                      <a:pt x="3815072" y="1670271"/>
                    </a:moveTo>
                    <a:lnTo>
                      <a:pt x="3614279" y="1666055"/>
                    </a:lnTo>
                    <a:lnTo>
                      <a:pt x="3413485" y="1663006"/>
                    </a:lnTo>
                    <a:lnTo>
                      <a:pt x="3212692" y="1664952"/>
                    </a:lnTo>
                    <a:lnTo>
                      <a:pt x="3011899" y="1658956"/>
                    </a:lnTo>
                    <a:lnTo>
                      <a:pt x="2811105" y="1658404"/>
                    </a:lnTo>
                    <a:lnTo>
                      <a:pt x="2610312" y="1654707"/>
                    </a:lnTo>
                    <a:lnTo>
                      <a:pt x="2409519" y="1645867"/>
                    </a:lnTo>
                    <a:lnTo>
                      <a:pt x="2208726" y="1638582"/>
                    </a:lnTo>
                    <a:lnTo>
                      <a:pt x="2007932" y="1624501"/>
                    </a:lnTo>
                    <a:lnTo>
                      <a:pt x="1807139" y="1606726"/>
                    </a:lnTo>
                    <a:lnTo>
                      <a:pt x="1606346" y="1579614"/>
                    </a:lnTo>
                    <a:lnTo>
                      <a:pt x="1405552" y="1569238"/>
                    </a:lnTo>
                    <a:lnTo>
                      <a:pt x="1204759" y="1566035"/>
                    </a:lnTo>
                    <a:lnTo>
                      <a:pt x="1003966" y="1554013"/>
                    </a:lnTo>
                    <a:lnTo>
                      <a:pt x="803173" y="1550733"/>
                    </a:lnTo>
                    <a:lnTo>
                      <a:pt x="602379" y="1541880"/>
                    </a:lnTo>
                    <a:lnTo>
                      <a:pt x="401586" y="1485398"/>
                    </a:lnTo>
                    <a:lnTo>
                      <a:pt x="200793" y="1269773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9" name="pg78"/>
              <p:cNvSpPr/>
              <p:nvPr/>
            </p:nvSpPr>
            <p:spPr>
              <a:xfrm>
                <a:off x="1455600" y="1700685"/>
                <a:ext cx="3815072" cy="3563691"/>
              </a:xfrm>
              <a:custGeom>
                <a:avLst/>
                <a:gdLst/>
                <a:ahLst/>
                <a:cxnLst/>
                <a:pathLst>
                  <a:path w="3815072" h="3563691">
                    <a:moveTo>
                      <a:pt x="0" y="0"/>
                    </a:moveTo>
                    <a:lnTo>
                      <a:pt x="200793" y="2381052"/>
                    </a:lnTo>
                    <a:lnTo>
                      <a:pt x="401586" y="2951910"/>
                    </a:lnTo>
                    <a:lnTo>
                      <a:pt x="602379" y="3189299"/>
                    </a:lnTo>
                    <a:lnTo>
                      <a:pt x="803173" y="3257936"/>
                    </a:lnTo>
                    <a:lnTo>
                      <a:pt x="1003966" y="3283278"/>
                    </a:lnTo>
                    <a:lnTo>
                      <a:pt x="1204759" y="3308484"/>
                    </a:lnTo>
                    <a:lnTo>
                      <a:pt x="1405552" y="3289233"/>
                    </a:lnTo>
                    <a:lnTo>
                      <a:pt x="1606346" y="3309682"/>
                    </a:lnTo>
                    <a:lnTo>
                      <a:pt x="1807139" y="3367207"/>
                    </a:lnTo>
                    <a:lnTo>
                      <a:pt x="2007932" y="3412016"/>
                    </a:lnTo>
                    <a:lnTo>
                      <a:pt x="2208726" y="3453278"/>
                    </a:lnTo>
                    <a:lnTo>
                      <a:pt x="2409519" y="3462497"/>
                    </a:lnTo>
                    <a:lnTo>
                      <a:pt x="2610312" y="3481571"/>
                    </a:lnTo>
                    <a:lnTo>
                      <a:pt x="2811105" y="3491538"/>
                    </a:lnTo>
                    <a:lnTo>
                      <a:pt x="3011899" y="3497005"/>
                    </a:lnTo>
                    <a:lnTo>
                      <a:pt x="3212692" y="3503517"/>
                    </a:lnTo>
                    <a:lnTo>
                      <a:pt x="3413485" y="3506569"/>
                    </a:lnTo>
                    <a:lnTo>
                      <a:pt x="3614279" y="3493332"/>
                    </a:lnTo>
                    <a:lnTo>
                      <a:pt x="3815072" y="3467110"/>
                    </a:lnTo>
                    <a:lnTo>
                      <a:pt x="3815072" y="3558269"/>
                    </a:lnTo>
                    <a:lnTo>
                      <a:pt x="3614279" y="3554746"/>
                    </a:lnTo>
                    <a:lnTo>
                      <a:pt x="3413485" y="3555618"/>
                    </a:lnTo>
                    <a:lnTo>
                      <a:pt x="3212692" y="3563691"/>
                    </a:lnTo>
                    <a:lnTo>
                      <a:pt x="3011899" y="3560185"/>
                    </a:lnTo>
                    <a:lnTo>
                      <a:pt x="2811105" y="3560273"/>
                    </a:lnTo>
                    <a:lnTo>
                      <a:pt x="2610312" y="3556871"/>
                    </a:lnTo>
                    <a:lnTo>
                      <a:pt x="2409519" y="3547850"/>
                    </a:lnTo>
                    <a:lnTo>
                      <a:pt x="2208726" y="3539469"/>
                    </a:lnTo>
                    <a:lnTo>
                      <a:pt x="2007932" y="3522383"/>
                    </a:lnTo>
                    <a:lnTo>
                      <a:pt x="1807139" y="3503762"/>
                    </a:lnTo>
                    <a:lnTo>
                      <a:pt x="1606346" y="3475781"/>
                    </a:lnTo>
                    <a:lnTo>
                      <a:pt x="1405552" y="3467845"/>
                    </a:lnTo>
                    <a:lnTo>
                      <a:pt x="1204759" y="3465443"/>
                    </a:lnTo>
                    <a:lnTo>
                      <a:pt x="1003966" y="3454696"/>
                    </a:lnTo>
                    <a:lnTo>
                      <a:pt x="803173" y="3449651"/>
                    </a:lnTo>
                    <a:lnTo>
                      <a:pt x="602379" y="3435287"/>
                    </a:lnTo>
                    <a:lnTo>
                      <a:pt x="401586" y="3363624"/>
                    </a:lnTo>
                    <a:lnTo>
                      <a:pt x="200793" y="3103503"/>
                    </a:lnTo>
                    <a:lnTo>
                      <a:pt x="0" y="1544944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455600" y="1700685"/>
                <a:ext cx="3815072" cy="3506569"/>
              </a:xfrm>
              <a:custGeom>
                <a:avLst/>
                <a:gdLst/>
                <a:ahLst/>
                <a:cxnLst/>
                <a:pathLst>
                  <a:path w="3815072" h="3506569">
                    <a:moveTo>
                      <a:pt x="0" y="0"/>
                    </a:moveTo>
                    <a:lnTo>
                      <a:pt x="200793" y="2381052"/>
                    </a:lnTo>
                    <a:lnTo>
                      <a:pt x="401586" y="2951910"/>
                    </a:lnTo>
                    <a:lnTo>
                      <a:pt x="602379" y="3189299"/>
                    </a:lnTo>
                    <a:lnTo>
                      <a:pt x="803173" y="3257936"/>
                    </a:lnTo>
                    <a:lnTo>
                      <a:pt x="1003966" y="3283278"/>
                    </a:lnTo>
                    <a:lnTo>
                      <a:pt x="1204759" y="3308484"/>
                    </a:lnTo>
                    <a:lnTo>
                      <a:pt x="1405552" y="3289233"/>
                    </a:lnTo>
                    <a:lnTo>
                      <a:pt x="1606346" y="3309682"/>
                    </a:lnTo>
                    <a:lnTo>
                      <a:pt x="1807139" y="3367207"/>
                    </a:lnTo>
                    <a:lnTo>
                      <a:pt x="2007932" y="3412016"/>
                    </a:lnTo>
                    <a:lnTo>
                      <a:pt x="2208726" y="3453278"/>
                    </a:lnTo>
                    <a:lnTo>
                      <a:pt x="2409519" y="3462497"/>
                    </a:lnTo>
                    <a:lnTo>
                      <a:pt x="2610312" y="3481571"/>
                    </a:lnTo>
                    <a:lnTo>
                      <a:pt x="2811105" y="3491538"/>
                    </a:lnTo>
                    <a:lnTo>
                      <a:pt x="3011899" y="3497005"/>
                    </a:lnTo>
                    <a:lnTo>
                      <a:pt x="3212692" y="3503517"/>
                    </a:lnTo>
                    <a:lnTo>
                      <a:pt x="3413485" y="3506569"/>
                    </a:lnTo>
                    <a:lnTo>
                      <a:pt x="3614279" y="3493332"/>
                    </a:lnTo>
                    <a:lnTo>
                      <a:pt x="3815072" y="346711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455600" y="3245630"/>
                <a:ext cx="3815072" cy="2018747"/>
              </a:xfrm>
              <a:custGeom>
                <a:avLst/>
                <a:gdLst/>
                <a:ahLst/>
                <a:cxnLst/>
                <a:pathLst>
                  <a:path w="3815072" h="2018747">
                    <a:moveTo>
                      <a:pt x="3815072" y="2013325"/>
                    </a:moveTo>
                    <a:lnTo>
                      <a:pt x="3614279" y="2009802"/>
                    </a:lnTo>
                    <a:lnTo>
                      <a:pt x="3413485" y="2010674"/>
                    </a:lnTo>
                    <a:lnTo>
                      <a:pt x="3212692" y="2018747"/>
                    </a:lnTo>
                    <a:lnTo>
                      <a:pt x="3011899" y="2015241"/>
                    </a:lnTo>
                    <a:lnTo>
                      <a:pt x="2811105" y="2015329"/>
                    </a:lnTo>
                    <a:lnTo>
                      <a:pt x="2610312" y="2011927"/>
                    </a:lnTo>
                    <a:lnTo>
                      <a:pt x="2409519" y="2002906"/>
                    </a:lnTo>
                    <a:lnTo>
                      <a:pt x="2208726" y="1994524"/>
                    </a:lnTo>
                    <a:lnTo>
                      <a:pt x="2007932" y="1977439"/>
                    </a:lnTo>
                    <a:lnTo>
                      <a:pt x="1807139" y="1958818"/>
                    </a:lnTo>
                    <a:lnTo>
                      <a:pt x="1606346" y="1930836"/>
                    </a:lnTo>
                    <a:lnTo>
                      <a:pt x="1405552" y="1922901"/>
                    </a:lnTo>
                    <a:lnTo>
                      <a:pt x="1204759" y="1920499"/>
                    </a:lnTo>
                    <a:lnTo>
                      <a:pt x="1003966" y="1909752"/>
                    </a:lnTo>
                    <a:lnTo>
                      <a:pt x="803173" y="1904707"/>
                    </a:lnTo>
                    <a:lnTo>
                      <a:pt x="602379" y="1890343"/>
                    </a:lnTo>
                    <a:lnTo>
                      <a:pt x="401586" y="1818680"/>
                    </a:lnTo>
                    <a:lnTo>
                      <a:pt x="200793" y="1558559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tx81"/>
              <p:cNvSpPr/>
              <p:nvPr/>
            </p:nvSpPr>
            <p:spPr>
              <a:xfrm>
                <a:off x="1210339" y="5276614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3" name="tx82"/>
              <p:cNvSpPr/>
              <p:nvPr/>
            </p:nvSpPr>
            <p:spPr>
              <a:xfrm>
                <a:off x="1148183" y="3882678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4" name="tx83"/>
              <p:cNvSpPr/>
              <p:nvPr/>
            </p:nvSpPr>
            <p:spPr>
              <a:xfrm>
                <a:off x="1148183" y="2488742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1094805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pl85"/>
              <p:cNvSpPr/>
              <p:nvPr/>
            </p:nvSpPr>
            <p:spPr>
              <a:xfrm>
                <a:off x="1300330" y="531830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7" name="pl86"/>
              <p:cNvSpPr/>
              <p:nvPr/>
            </p:nvSpPr>
            <p:spPr>
              <a:xfrm>
                <a:off x="1300330" y="3924369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8" name="pl87"/>
              <p:cNvSpPr/>
              <p:nvPr/>
            </p:nvSpPr>
            <p:spPr>
              <a:xfrm>
                <a:off x="1300330" y="253043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00330" y="1136497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45560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6563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85718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205798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22587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45956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66036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8611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30619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326274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46353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6643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86512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40659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426670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46749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6682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869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506987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52706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tx109"/>
              <p:cNvSpPr/>
              <p:nvPr/>
            </p:nvSpPr>
            <p:spPr>
              <a:xfrm>
                <a:off x="1391889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1" name="tx110"/>
              <p:cNvSpPr/>
              <p:nvPr/>
            </p:nvSpPr>
            <p:spPr>
              <a:xfrm>
                <a:off x="1575629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171426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9150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211585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231664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517440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718234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91902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311982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332061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5214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72220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92299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412378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432458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52537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726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9269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5175884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238853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c131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3" name="tx132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pl134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6" name="pt135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7" name="rc136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8" name="pl137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pt138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tx139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tx140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2" name="文本框 141"/>
            <p:cNvSpPr txBox="1"/>
            <p:nvPr/>
          </p:nvSpPr>
          <p:spPr>
            <a:xfrm>
              <a:off x="4955" y="9924"/>
              <a:ext cx="1923" cy="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Global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64F7B9D71E3A482998E7DE4ECF0AF666_12</vt:lpwstr>
  </property>
  <property fmtid="{D5CDD505-2E9C-101B-9397-08002B2CF9AE}" pid="3" name="KSOProductBuildVer">
    <vt:lpwstr>2052-12.1.0.21171</vt:lpwstr>
  </property>
</Properties>
</file>