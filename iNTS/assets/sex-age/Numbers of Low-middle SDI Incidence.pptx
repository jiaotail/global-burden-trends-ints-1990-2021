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96652" y="983989"/>
              <a:ext cx="389449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800150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769514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738878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708242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496652" y="585185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496652" y="560349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496652" y="535512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496652" y="510676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496652" y="485840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96652" y="461004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96652" y="436168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496652" y="411332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496652" y="386496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96652" y="361660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96652" y="336824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96652" y="311988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96652" y="287152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96652" y="262316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96652" y="237480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96652" y="212644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96652" y="187808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496652" y="162972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496652" y="138136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496652" y="113300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284832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3254196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4223560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5192923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2053009" y="5740088"/>
              <a:ext cx="120118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2759917" y="5491728"/>
              <a:ext cx="49427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2963823" y="5243367"/>
              <a:ext cx="29037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3048885" y="4995007"/>
              <a:ext cx="20531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3079080" y="4746647"/>
              <a:ext cx="17511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3093282" y="4498286"/>
              <a:ext cx="16091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3108501" y="4249926"/>
              <a:ext cx="14569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3121054" y="4001566"/>
              <a:ext cx="13314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3147081" y="3753206"/>
              <a:ext cx="10711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3175484" y="3504845"/>
              <a:ext cx="7871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3195356" y="3256485"/>
              <a:ext cx="5884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3210090" y="3008125"/>
              <a:ext cx="4410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3220801" y="2759764"/>
              <a:ext cx="33394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3230447" y="2511404"/>
              <a:ext cx="23749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3238444" y="2263044"/>
              <a:ext cx="1575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244308" y="2014684"/>
              <a:ext cx="988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3248525" y="1766323"/>
              <a:ext cx="5670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3251627" y="1517963"/>
              <a:ext cx="256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3253372" y="1269603"/>
              <a:ext cx="82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3253954" y="1021243"/>
              <a:ext cx="24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254196" y="5740088"/>
              <a:ext cx="158059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254196" y="5491728"/>
              <a:ext cx="63071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3254196" y="5243367"/>
              <a:ext cx="36191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3254196" y="4995007"/>
              <a:ext cx="24379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254196" y="4746647"/>
              <a:ext cx="19581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3254196" y="4498286"/>
              <a:ext cx="17380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254196" y="4249926"/>
              <a:ext cx="15863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254196" y="4001566"/>
              <a:ext cx="14714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3254196" y="3753206"/>
              <a:ext cx="12160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3254196" y="3504845"/>
              <a:ext cx="9010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3254196" y="3256485"/>
              <a:ext cx="6470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3254196" y="3008125"/>
              <a:ext cx="4619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3254196" y="2759764"/>
              <a:ext cx="3378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3254196" y="2511404"/>
              <a:ext cx="2384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3254196" y="2263044"/>
              <a:ext cx="1584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3254196" y="2014684"/>
              <a:ext cx="974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3254196" y="1766323"/>
              <a:ext cx="5283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3254196" y="1517963"/>
              <a:ext cx="232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3254196" y="1269603"/>
              <a:ext cx="77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3254196" y="1021243"/>
              <a:ext cx="145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tx74"/>
            <p:cNvSpPr/>
            <p:nvPr/>
          </p:nvSpPr>
          <p:spPr>
            <a:xfrm>
              <a:off x="1624148" y="5799479"/>
              <a:ext cx="389873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24783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6" name="tx75"/>
            <p:cNvSpPr/>
            <p:nvPr/>
          </p:nvSpPr>
          <p:spPr>
            <a:xfrm>
              <a:off x="2331057" y="5551187"/>
              <a:ext cx="389873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10198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7" name="tx76"/>
            <p:cNvSpPr/>
            <p:nvPr/>
          </p:nvSpPr>
          <p:spPr>
            <a:xfrm>
              <a:off x="2620735" y="5302827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5991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8" name="tx77"/>
            <p:cNvSpPr/>
            <p:nvPr/>
          </p:nvSpPr>
          <p:spPr>
            <a:xfrm>
              <a:off x="2705796" y="5054398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4236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tx78"/>
            <p:cNvSpPr/>
            <p:nvPr/>
          </p:nvSpPr>
          <p:spPr>
            <a:xfrm>
              <a:off x="2735992" y="4806038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3613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0" name="tx79"/>
            <p:cNvSpPr/>
            <p:nvPr/>
          </p:nvSpPr>
          <p:spPr>
            <a:xfrm>
              <a:off x="2750193" y="455767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3320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tx80"/>
            <p:cNvSpPr/>
            <p:nvPr/>
          </p:nvSpPr>
          <p:spPr>
            <a:xfrm>
              <a:off x="2765412" y="430931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3006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tx81"/>
            <p:cNvSpPr/>
            <p:nvPr/>
          </p:nvSpPr>
          <p:spPr>
            <a:xfrm>
              <a:off x="2777965" y="4062737"/>
              <a:ext cx="311898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2747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tx82"/>
            <p:cNvSpPr/>
            <p:nvPr/>
          </p:nvSpPr>
          <p:spPr>
            <a:xfrm>
              <a:off x="2803993" y="381266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2210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tx83"/>
            <p:cNvSpPr/>
            <p:nvPr/>
          </p:nvSpPr>
          <p:spPr>
            <a:xfrm>
              <a:off x="2832395" y="356430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1624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5" name="tx84"/>
            <p:cNvSpPr/>
            <p:nvPr/>
          </p:nvSpPr>
          <p:spPr>
            <a:xfrm>
              <a:off x="2852267" y="3317656"/>
              <a:ext cx="311898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1214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6" name="tx85"/>
            <p:cNvSpPr/>
            <p:nvPr/>
          </p:nvSpPr>
          <p:spPr>
            <a:xfrm>
              <a:off x="2952774" y="306758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910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7" name="tx86"/>
            <p:cNvSpPr/>
            <p:nvPr/>
          </p:nvSpPr>
          <p:spPr>
            <a:xfrm>
              <a:off x="2963485" y="281922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689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8" name="tx87"/>
            <p:cNvSpPr/>
            <p:nvPr/>
          </p:nvSpPr>
          <p:spPr>
            <a:xfrm>
              <a:off x="2973130" y="257086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490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tx88"/>
            <p:cNvSpPr/>
            <p:nvPr/>
          </p:nvSpPr>
          <p:spPr>
            <a:xfrm>
              <a:off x="2981127" y="2322435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325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tx89"/>
            <p:cNvSpPr/>
            <p:nvPr/>
          </p:nvSpPr>
          <p:spPr>
            <a:xfrm>
              <a:off x="2986992" y="207414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1" name="tx90"/>
            <p:cNvSpPr/>
            <p:nvPr/>
          </p:nvSpPr>
          <p:spPr>
            <a:xfrm>
              <a:off x="2991209" y="1827494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117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" name="tx91"/>
            <p:cNvSpPr/>
            <p:nvPr/>
          </p:nvSpPr>
          <p:spPr>
            <a:xfrm>
              <a:off x="3080083" y="1577354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" name="tx92"/>
            <p:cNvSpPr/>
            <p:nvPr/>
          </p:nvSpPr>
          <p:spPr>
            <a:xfrm>
              <a:off x="3081828" y="1330774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tx93"/>
            <p:cNvSpPr/>
            <p:nvPr/>
          </p:nvSpPr>
          <p:spPr>
            <a:xfrm>
              <a:off x="3168182" y="1082482"/>
              <a:ext cx="77974" cy="1007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5" name="tx94"/>
            <p:cNvSpPr/>
            <p:nvPr/>
          </p:nvSpPr>
          <p:spPr>
            <a:xfrm>
              <a:off x="4990741" y="5799479"/>
              <a:ext cx="389873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32611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6" name="tx95"/>
            <p:cNvSpPr/>
            <p:nvPr/>
          </p:nvSpPr>
          <p:spPr>
            <a:xfrm>
              <a:off x="4040862" y="5551119"/>
              <a:ext cx="389873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13013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7" name="tx96"/>
            <p:cNvSpPr/>
            <p:nvPr/>
          </p:nvSpPr>
          <p:spPr>
            <a:xfrm>
              <a:off x="3740867" y="5302827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7467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tx97"/>
            <p:cNvSpPr/>
            <p:nvPr/>
          </p:nvSpPr>
          <p:spPr>
            <a:xfrm>
              <a:off x="3622750" y="5054398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5030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9" name="tx98"/>
            <p:cNvSpPr/>
            <p:nvPr/>
          </p:nvSpPr>
          <p:spPr>
            <a:xfrm>
              <a:off x="3574767" y="4806106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4040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0" name="tx99"/>
            <p:cNvSpPr/>
            <p:nvPr/>
          </p:nvSpPr>
          <p:spPr>
            <a:xfrm>
              <a:off x="3552762" y="455767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3586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tx100"/>
            <p:cNvSpPr/>
            <p:nvPr/>
          </p:nvSpPr>
          <p:spPr>
            <a:xfrm>
              <a:off x="3537592" y="430931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3273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2" name="tx101"/>
            <p:cNvSpPr/>
            <p:nvPr/>
          </p:nvSpPr>
          <p:spPr>
            <a:xfrm>
              <a:off x="3526105" y="4060957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3036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3" name="tx102"/>
            <p:cNvSpPr/>
            <p:nvPr/>
          </p:nvSpPr>
          <p:spPr>
            <a:xfrm>
              <a:off x="3500562" y="381266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2509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" name="tx103"/>
            <p:cNvSpPr/>
            <p:nvPr/>
          </p:nvSpPr>
          <p:spPr>
            <a:xfrm>
              <a:off x="3469058" y="3564305"/>
              <a:ext cx="311898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1859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" name="tx104"/>
            <p:cNvSpPr/>
            <p:nvPr/>
          </p:nvSpPr>
          <p:spPr>
            <a:xfrm>
              <a:off x="3443660" y="3315876"/>
              <a:ext cx="311898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1335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6" name="tx105"/>
            <p:cNvSpPr/>
            <p:nvPr/>
          </p:nvSpPr>
          <p:spPr>
            <a:xfrm>
              <a:off x="3393956" y="3067516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953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7" name="tx106"/>
            <p:cNvSpPr/>
            <p:nvPr/>
          </p:nvSpPr>
          <p:spPr>
            <a:xfrm>
              <a:off x="3381548" y="281922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697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8" name="tx107"/>
            <p:cNvSpPr/>
            <p:nvPr/>
          </p:nvSpPr>
          <p:spPr>
            <a:xfrm>
              <a:off x="3371612" y="2570864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492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9" name="tx108"/>
            <p:cNvSpPr/>
            <p:nvPr/>
          </p:nvSpPr>
          <p:spPr>
            <a:xfrm>
              <a:off x="3363615" y="2322435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327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0" name="tx109"/>
            <p:cNvSpPr/>
            <p:nvPr/>
          </p:nvSpPr>
          <p:spPr>
            <a:xfrm>
              <a:off x="3357508" y="207414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1" name="tx110"/>
            <p:cNvSpPr/>
            <p:nvPr/>
          </p:nvSpPr>
          <p:spPr>
            <a:xfrm>
              <a:off x="3353049" y="1825783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" name="tx111"/>
            <p:cNvSpPr/>
            <p:nvPr/>
          </p:nvSpPr>
          <p:spPr>
            <a:xfrm>
              <a:off x="3318902" y="157742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3" name="tx112"/>
            <p:cNvSpPr/>
            <p:nvPr/>
          </p:nvSpPr>
          <p:spPr>
            <a:xfrm>
              <a:off x="3317351" y="1329062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4" name="tx113"/>
            <p:cNvSpPr/>
            <p:nvPr/>
          </p:nvSpPr>
          <p:spPr>
            <a:xfrm>
              <a:off x="3285531" y="1080634"/>
              <a:ext cx="7797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5" name="tx114"/>
            <p:cNvSpPr/>
            <p:nvPr/>
          </p:nvSpPr>
          <p:spPr>
            <a:xfrm>
              <a:off x="1306601" y="5811577"/>
              <a:ext cx="127421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&lt;5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6" name="tx115"/>
            <p:cNvSpPr/>
            <p:nvPr/>
          </p:nvSpPr>
          <p:spPr>
            <a:xfrm>
              <a:off x="1272494" y="5561798"/>
              <a:ext cx="16152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5-9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7" name="tx116"/>
            <p:cNvSpPr/>
            <p:nvPr/>
          </p:nvSpPr>
          <p:spPr>
            <a:xfrm>
              <a:off x="1148183" y="5313438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10-14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8" name="tx117"/>
            <p:cNvSpPr/>
            <p:nvPr/>
          </p:nvSpPr>
          <p:spPr>
            <a:xfrm>
              <a:off x="1148183" y="506507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15-19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9" name="tx118"/>
            <p:cNvSpPr/>
            <p:nvPr/>
          </p:nvSpPr>
          <p:spPr>
            <a:xfrm>
              <a:off x="1148183" y="481671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20-24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0" name="tx119"/>
            <p:cNvSpPr/>
            <p:nvPr/>
          </p:nvSpPr>
          <p:spPr>
            <a:xfrm>
              <a:off x="1148183" y="456835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25-29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" name="tx120"/>
            <p:cNvSpPr/>
            <p:nvPr/>
          </p:nvSpPr>
          <p:spPr>
            <a:xfrm>
              <a:off x="1148183" y="431994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30-34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tx121"/>
            <p:cNvSpPr/>
            <p:nvPr/>
          </p:nvSpPr>
          <p:spPr>
            <a:xfrm>
              <a:off x="1148183" y="407158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35-39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x122"/>
            <p:cNvSpPr/>
            <p:nvPr/>
          </p:nvSpPr>
          <p:spPr>
            <a:xfrm>
              <a:off x="1148183" y="382327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40-44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4" name="tx123"/>
            <p:cNvSpPr/>
            <p:nvPr/>
          </p:nvSpPr>
          <p:spPr>
            <a:xfrm>
              <a:off x="1148183" y="357491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45-49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5" name="tx124"/>
            <p:cNvSpPr/>
            <p:nvPr/>
          </p:nvSpPr>
          <p:spPr>
            <a:xfrm>
              <a:off x="1148183" y="332655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50-54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6" name="tx125"/>
            <p:cNvSpPr/>
            <p:nvPr/>
          </p:nvSpPr>
          <p:spPr>
            <a:xfrm>
              <a:off x="1148183" y="307819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55-59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7" name="tx126"/>
            <p:cNvSpPr/>
            <p:nvPr/>
          </p:nvSpPr>
          <p:spPr>
            <a:xfrm>
              <a:off x="1148183" y="282983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60-64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8" name="tx127"/>
            <p:cNvSpPr/>
            <p:nvPr/>
          </p:nvSpPr>
          <p:spPr>
            <a:xfrm>
              <a:off x="1148183" y="258147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65-69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9" name="tx128"/>
            <p:cNvSpPr/>
            <p:nvPr/>
          </p:nvSpPr>
          <p:spPr>
            <a:xfrm>
              <a:off x="1148183" y="233311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70-74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0" name="tx129"/>
            <p:cNvSpPr/>
            <p:nvPr/>
          </p:nvSpPr>
          <p:spPr>
            <a:xfrm>
              <a:off x="1148183" y="208475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75-79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1" name="tx130"/>
            <p:cNvSpPr/>
            <p:nvPr/>
          </p:nvSpPr>
          <p:spPr>
            <a:xfrm>
              <a:off x="1148183" y="183639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80-84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2" name="tx131"/>
            <p:cNvSpPr/>
            <p:nvPr/>
          </p:nvSpPr>
          <p:spPr>
            <a:xfrm>
              <a:off x="1148183" y="158803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85-89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" name="tx132"/>
            <p:cNvSpPr/>
            <p:nvPr/>
          </p:nvSpPr>
          <p:spPr>
            <a:xfrm>
              <a:off x="1148183" y="1339673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90-94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4" name="tx133"/>
            <p:cNvSpPr/>
            <p:nvPr/>
          </p:nvSpPr>
          <p:spPr>
            <a:xfrm>
              <a:off x="1244445" y="1091313"/>
              <a:ext cx="1895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95+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5" name="pl134"/>
            <p:cNvSpPr/>
            <p:nvPr/>
          </p:nvSpPr>
          <p:spPr>
            <a:xfrm>
              <a:off x="1461858" y="585185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1461858" y="560349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1461858" y="535512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1461858" y="510676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1461858" y="485840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461858" y="461004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1461858" y="436168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1461858" y="411332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1461858" y="386496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1461858" y="361660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1461858" y="336824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1461858" y="311988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1461858" y="287152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1461858" y="262316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1461858" y="237480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1461858" y="212644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1461858" y="187808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461858" y="162972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1461858" y="138136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1461858" y="113300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2284832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5"/>
            <p:cNvSpPr/>
            <p:nvPr/>
          </p:nvSpPr>
          <p:spPr>
            <a:xfrm>
              <a:off x="3254196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4223560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5192923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tx158"/>
            <p:cNvSpPr/>
            <p:nvPr/>
          </p:nvSpPr>
          <p:spPr>
            <a:xfrm>
              <a:off x="2129443" y="6061805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0" name="tx159"/>
            <p:cNvSpPr/>
            <p:nvPr/>
          </p:nvSpPr>
          <p:spPr>
            <a:xfrm>
              <a:off x="3223118" y="60618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1" name="tx160"/>
            <p:cNvSpPr/>
            <p:nvPr/>
          </p:nvSpPr>
          <p:spPr>
            <a:xfrm>
              <a:off x="4068171" y="6061805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2" name="tx161"/>
            <p:cNvSpPr/>
            <p:nvPr/>
          </p:nvSpPr>
          <p:spPr>
            <a:xfrm>
              <a:off x="5037534" y="6061805"/>
              <a:ext cx="3107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40000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3" name="tx162"/>
            <p:cNvSpPr/>
            <p:nvPr/>
          </p:nvSpPr>
          <p:spPr>
            <a:xfrm>
              <a:off x="2440191" y="6198468"/>
              <a:ext cx="1677218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Low-middle </a:t>
              </a: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SDI</a:t>
              </a:r>
              <a:endParaRPr lang="en-US"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4" name="tx163"/>
            <p:cNvSpPr/>
            <p:nvPr/>
          </p:nvSpPr>
          <p:spPr>
            <a:xfrm rot="-5400000">
              <a:off x="895005" y="3427727"/>
              <a:ext cx="24856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Age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5" name="rc164"/>
            <p:cNvSpPr/>
            <p:nvPr/>
          </p:nvSpPr>
          <p:spPr>
            <a:xfrm>
              <a:off x="5530327" y="3103888"/>
              <a:ext cx="800883" cy="7770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tx165"/>
            <p:cNvSpPr/>
            <p:nvPr/>
          </p:nvSpPr>
          <p:spPr>
            <a:xfrm>
              <a:off x="5599916" y="3184766"/>
              <a:ext cx="240723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Sex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7" name="rc166"/>
            <p:cNvSpPr/>
            <p:nvPr/>
          </p:nvSpPr>
          <p:spPr>
            <a:xfrm>
              <a:off x="5599916" y="3372466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7"/>
            <p:cNvSpPr/>
            <p:nvPr/>
          </p:nvSpPr>
          <p:spPr>
            <a:xfrm>
              <a:off x="5608916" y="3381466"/>
              <a:ext cx="201456" cy="201456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8"/>
            <p:cNvSpPr/>
            <p:nvPr/>
          </p:nvSpPr>
          <p:spPr>
            <a:xfrm>
              <a:off x="5599916" y="3591922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69"/>
            <p:cNvSpPr/>
            <p:nvPr/>
          </p:nvSpPr>
          <p:spPr>
            <a:xfrm>
              <a:off x="5608916" y="3600922"/>
              <a:ext cx="201456" cy="20145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tx170"/>
            <p:cNvSpPr/>
            <p:nvPr/>
          </p:nvSpPr>
          <p:spPr>
            <a:xfrm>
              <a:off x="5888961" y="3440884"/>
              <a:ext cx="37266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Female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2" name="tx171"/>
            <p:cNvSpPr/>
            <p:nvPr/>
          </p:nvSpPr>
          <p:spPr>
            <a:xfrm>
              <a:off x="5888961" y="3660340"/>
              <a:ext cx="2422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WPS 演示</Application>
  <PresentationFormat>Présentation à l'écran (4:3)</PresentationFormat>
  <Paragraphs>138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2025-06-12T15:57:26Z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7F4BBB02C4A5489FB756CC5E4EA5F3F8_12</vt:lpwstr>
  </property>
  <property fmtid="{D5CDD505-2E9C-101B-9397-08002B2CF9AE}" pid="3" name="KSOProductBuildVer">
    <vt:lpwstr>2052-12.1.0.21171</vt:lpwstr>
  </property>
</Properties>
</file>