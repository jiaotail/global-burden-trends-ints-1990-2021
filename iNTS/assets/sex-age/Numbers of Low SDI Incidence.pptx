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97046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830650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69083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55101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54037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40055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2607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12092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98110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053009" y="5740088"/>
              <a:ext cx="12077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920917" y="5491728"/>
              <a:ext cx="33982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121168" y="5243367"/>
              <a:ext cx="13957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180744" y="4995007"/>
              <a:ext cx="7999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192064" y="4746647"/>
              <a:ext cx="6867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90551" y="4498286"/>
              <a:ext cx="7019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91325" y="4249926"/>
              <a:ext cx="6941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93905" y="4001566"/>
              <a:ext cx="6683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206292" y="3753206"/>
              <a:ext cx="5444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222309" y="3504845"/>
              <a:ext cx="3843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233766" y="3256485"/>
              <a:ext cx="2697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242265" y="3008125"/>
              <a:ext cx="1847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248733" y="2759764"/>
              <a:ext cx="1200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53206" y="2511404"/>
              <a:ext cx="753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255976" y="2263044"/>
              <a:ext cx="476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257714" y="2014684"/>
              <a:ext cx="302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59038" y="1766323"/>
              <a:ext cx="170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59985" y="1517963"/>
              <a:ext cx="7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60518" y="1269603"/>
              <a:ext cx="22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60673" y="1021243"/>
              <a:ext cx="6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60742" y="5740088"/>
              <a:ext cx="157405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60742" y="5491728"/>
              <a:ext cx="42615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60742" y="5243367"/>
              <a:ext cx="17064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60742" y="4995007"/>
              <a:ext cx="9415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60742" y="4746647"/>
              <a:ext cx="783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60742" y="4498286"/>
              <a:ext cx="790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60742" y="4249926"/>
              <a:ext cx="7882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60742" y="4001566"/>
              <a:ext cx="7712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60742" y="3753206"/>
              <a:ext cx="6539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60742" y="3504845"/>
              <a:ext cx="4808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60742" y="3256485"/>
              <a:ext cx="3439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60742" y="3008125"/>
              <a:ext cx="2386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60742" y="2759764"/>
              <a:ext cx="1586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60742" y="2511404"/>
              <a:ext cx="999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60742" y="2263044"/>
              <a:ext cx="612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60742" y="2014684"/>
              <a:ext cx="371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60742" y="1766323"/>
              <a:ext cx="194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60742" y="1517963"/>
              <a:ext cx="82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60742" y="1269603"/>
              <a:ext cx="24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3260742" y="1021243"/>
              <a:ext cx="5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5"/>
            <p:cNvSpPr/>
            <p:nvPr/>
          </p:nvSpPr>
          <p:spPr>
            <a:xfrm>
              <a:off x="1624148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70202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492057" y="555111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19753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778080" y="530275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8113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837656" y="505446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4650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848976" y="480603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3992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847462" y="455774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4080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48236" y="430931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4035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850817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3885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863203" y="381259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3165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879220" y="3564236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2234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890678" y="331594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1568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99176" y="3067584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1074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991417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698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95890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438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98660" y="2324215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277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00397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87494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088440" y="1579545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088974" y="132899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3174901" y="1082824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4990741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91495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842843" y="5552899"/>
              <a:ext cx="389873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24771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556144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9919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479657" y="505439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5473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463847" y="4806517"/>
              <a:ext cx="311898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4554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464569" y="455774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4596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464328" y="430938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4582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462625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4483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450892" y="381259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433585" y="356430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2795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419891" y="331594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1999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409362" y="3067516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1387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70173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64306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581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60436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358027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356255" y="1825714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23947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323362" y="133077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3291983" y="108063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x134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6" name="pl135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540374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2400558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26074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412092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498110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0"/>
            <p:cNvSpPr/>
            <p:nvPr/>
          </p:nvSpPr>
          <p:spPr>
            <a:xfrm>
              <a:off x="1383430" y="6061805"/>
              <a:ext cx="31388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1e+05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tx161"/>
            <p:cNvSpPr/>
            <p:nvPr/>
          </p:nvSpPr>
          <p:spPr>
            <a:xfrm>
              <a:off x="2245169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3229664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>
              <a:off x="3965536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tx164"/>
            <p:cNvSpPr/>
            <p:nvPr/>
          </p:nvSpPr>
          <p:spPr>
            <a:xfrm>
              <a:off x="4824165" y="6061805"/>
              <a:ext cx="31388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1e+05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tx165"/>
            <p:cNvSpPr/>
            <p:nvPr/>
          </p:nvSpPr>
          <p:spPr>
            <a:xfrm>
              <a:off x="2484120" y="6198235"/>
              <a:ext cx="1677035" cy="1885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Low </a:t>
              </a: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tx166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rc167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tx168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0" name="rc169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0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tx173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5" name="tx174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WPS 演示</Application>
  <PresentationFormat>Présentation à l'écran (4:3)</PresentationFormat>
  <Paragraphs>140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061A5FC7869F4DF5BD3203200CC38137_12</vt:lpwstr>
  </property>
  <property fmtid="{D5CDD505-2E9C-101B-9397-08002B2CF9AE}" pid="3" name="KSOProductBuildVer">
    <vt:lpwstr>2052-12.1.0.21171</vt:lpwstr>
  </property>
</Properties>
</file>